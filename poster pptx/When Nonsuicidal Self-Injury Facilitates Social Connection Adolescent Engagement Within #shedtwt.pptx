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6" r:id="rId1"/>
  </p:sldMasterIdLst>
  <p:notesMasterIdLst>
    <p:notesMasterId r:id="rId3"/>
  </p:notesMasterIdLst>
  <p:sldIdLst>
    <p:sldId id="256" r:id="rId2"/>
  </p:sldIdLst>
  <p:sldSz cx="43891200" cy="329184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84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B74E81A-B8B1-E326-7EDA-94D1FF4E96BB}" name="Meyers, Margaret Veselinova" initials="MM" userId="S::veselin@ad.unc.edu::6a5bcee1-dbcb-4177-8210-6218dd2d00ac" providerId="AD"/>
  <p188:author id="{3AEB641F-29D7-E05F-240D-49067AB1D44C}" name="Calhoun, Casey Dean" initials="CC" userId="S::cdcalhou@ad.unc.edu::3a9540de-17fc-44b4-8f72-9ea6b82d07e5" providerId="AD"/>
  <p188:author id="{2C115DD4-ACE7-D8FD-13EF-2359CDDB1B0C}" name="Meyers, Margaret Veselinova" initials="MM" userId="S::veselin@AD.UNC.EDU::6a5bcee1-dbcb-4177-8210-6218dd2d00a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3A59"/>
    <a:srgbClr val="203864"/>
    <a:srgbClr val="FFFFCC"/>
    <a:srgbClr val="2F6F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5344CC-0F62-44C5-9BF4-BA227850CFF1}" v="22" dt="2026-10-28T19:10:33.8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p:scale>
          <a:sx n="18" d="100"/>
          <a:sy n="18" d="100"/>
        </p:scale>
        <p:origin x="264" y="108"/>
      </p:cViewPr>
      <p:guideLst>
        <p:guide orient="horz" pos="10368"/>
        <p:guide pos="138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10" Type="http://schemas.microsoft.com/office/2018/10/relationships/authors" Target="author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yers, Margaret Veselinova" userId="S::veselin@ad.unc.edu::6a5bcee1-dbcb-4177-8210-6218dd2d00ac" providerId="AD" clId="Web-{0B28AD61-A15C-6D17-41E4-488F64493B41}"/>
    <pc:docChg chg="modSld">
      <pc:chgData name="Meyers, Margaret Veselinova" userId="S::veselin@ad.unc.edu::6a5bcee1-dbcb-4177-8210-6218dd2d00ac" providerId="AD" clId="Web-{0B28AD61-A15C-6D17-41E4-488F64493B41}" dt="2026-10-15T14:52:06.331" v="18" actId="20577"/>
      <pc:docMkLst>
        <pc:docMk/>
      </pc:docMkLst>
      <pc:sldChg chg="modSp modCm">
        <pc:chgData name="Meyers, Margaret Veselinova" userId="S::veselin@ad.unc.edu::6a5bcee1-dbcb-4177-8210-6218dd2d00ac" providerId="AD" clId="Web-{0B28AD61-A15C-6D17-41E4-488F64493B41}" dt="2026-10-15T14:52:06.331" v="18" actId="20577"/>
        <pc:sldMkLst>
          <pc:docMk/>
          <pc:sldMk cId="0" sldId="256"/>
        </pc:sldMkLst>
        <pc:spChg chg="mod">
          <ac:chgData name="Meyers, Margaret Veselinova" userId="S::veselin@ad.unc.edu::6a5bcee1-dbcb-4177-8210-6218dd2d00ac" providerId="AD" clId="Web-{0B28AD61-A15C-6D17-41E4-488F64493B41}" dt="2026-10-15T14:52:06.331" v="18" actId="20577"/>
          <ac:spMkLst>
            <pc:docMk/>
            <pc:sldMk cId="0" sldId="256"/>
            <ac:spMk id="1826" creationId="{C79730A3-3066-C975-ED2E-FD097B5D4CE3}"/>
          </ac:spMkLst>
        </pc:spChg>
        <pc:extLst>
          <p:ext xmlns:p="http://schemas.openxmlformats.org/presentationml/2006/main" uri="{D6D511B9-2390-475A-947B-AFAB55BFBCF1}">
            <pc226:cmChg xmlns:pc226="http://schemas.microsoft.com/office/powerpoint/2022/06/main/command" chg="mod">
              <pc226:chgData name="Meyers, Margaret Veselinova" userId="S::veselin@ad.unc.edu::6a5bcee1-dbcb-4177-8210-6218dd2d00ac" providerId="AD" clId="Web-{0B28AD61-A15C-6D17-41E4-488F64493B41}" dt="2026-10-15T14:52:01.237" v="15" actId="20577"/>
              <pc2:cmMkLst xmlns:pc2="http://schemas.microsoft.com/office/powerpoint/2019/9/main/command">
                <pc:docMk/>
                <pc:sldMk cId="0" sldId="256"/>
                <pc2:cmMk id="{42549D13-45A4-4CB7-8A00-ACCBFAA0041E}"/>
              </pc2:cmMkLst>
            </pc226:cmChg>
            <pc226:cmChg xmlns:pc226="http://schemas.microsoft.com/office/powerpoint/2022/06/main/command" chg="mod">
              <pc226:chgData name="Meyers, Margaret Veselinova" userId="S::veselin@ad.unc.edu::6a5bcee1-dbcb-4177-8210-6218dd2d00ac" providerId="AD" clId="Web-{0B28AD61-A15C-6D17-41E4-488F64493B41}" dt="2026-10-15T14:52:01.237" v="15" actId="20577"/>
              <pc2:cmMkLst xmlns:pc2="http://schemas.microsoft.com/office/powerpoint/2019/9/main/command">
                <pc:docMk/>
                <pc:sldMk cId="0" sldId="256"/>
                <pc2:cmMk id="{8F3E526F-626D-480C-A161-00007C2C0F9A}"/>
              </pc2:cmMkLst>
            </pc226:cmChg>
            <pc226:cmChg xmlns:pc226="http://schemas.microsoft.com/office/powerpoint/2022/06/main/command" chg="mod">
              <pc226:chgData name="Meyers, Margaret Veselinova" userId="S::veselin@ad.unc.edu::6a5bcee1-dbcb-4177-8210-6218dd2d00ac" providerId="AD" clId="Web-{0B28AD61-A15C-6D17-41E4-488F64493B41}" dt="2026-10-15T14:52:01.237" v="15" actId="20577"/>
              <pc2:cmMkLst xmlns:pc2="http://schemas.microsoft.com/office/powerpoint/2019/9/main/command">
                <pc:docMk/>
                <pc:sldMk cId="0" sldId="256"/>
                <pc2:cmMk id="{BD68E78E-4C48-4028-B873-13B1C0366AED}"/>
              </pc2:cmMkLst>
            </pc226:cmChg>
            <pc226:cmChg xmlns:pc226="http://schemas.microsoft.com/office/powerpoint/2022/06/main/command" chg="mod">
              <pc226:chgData name="Meyers, Margaret Veselinova" userId="S::veselin@ad.unc.edu::6a5bcee1-dbcb-4177-8210-6218dd2d00ac" providerId="AD" clId="Web-{0B28AD61-A15C-6D17-41E4-488F64493B41}" dt="2026-10-15T14:52:01.237" v="15" actId="20577"/>
              <pc2:cmMkLst xmlns:pc2="http://schemas.microsoft.com/office/powerpoint/2019/9/main/command">
                <pc:docMk/>
                <pc:sldMk cId="0" sldId="256"/>
                <pc2:cmMk id="{200ED998-3D1D-47B2-85A2-8622BF35236A}"/>
              </pc2:cmMkLst>
            </pc226:cmChg>
          </p:ext>
        </pc:extLst>
      </pc:sldChg>
    </pc:docChg>
  </pc:docChgLst>
  <pc:docChgLst>
    <pc:chgData name="Meyers, Margaret Veselinova" userId="S::veselin@ad.unc.edu::6a5bcee1-dbcb-4177-8210-6218dd2d00ac" providerId="AD" clId="Web-{00000000-0000-0000-0000-000000000000}"/>
    <pc:docChg chg="modSld">
      <pc:chgData name="Meyers, Margaret Veselinova" userId="S::veselin@ad.unc.edu::6a5bcee1-dbcb-4177-8210-6218dd2d00ac" providerId="AD" clId="Web-{00000000-0000-0000-0000-000000000000}" dt="2026-10-14T11:02:16.267" v="23"/>
      <pc:docMkLst>
        <pc:docMk/>
      </pc:docMkLst>
      <pc:sldChg chg="modSp">
        <pc:chgData name="Meyers, Margaret Veselinova" userId="S::veselin@ad.unc.edu::6a5bcee1-dbcb-4177-8210-6218dd2d00ac" providerId="AD" clId="Web-{00000000-0000-0000-0000-000000000000}" dt="2026-10-14T11:02:16.267" v="23"/>
        <pc:sldMkLst>
          <pc:docMk/>
          <pc:sldMk cId="0" sldId="256"/>
        </pc:sldMkLst>
        <pc:spChg chg="mod">
          <ac:chgData name="Meyers, Margaret Veselinova" userId="S::veselin@ad.unc.edu::6a5bcee1-dbcb-4177-8210-6218dd2d00ac" providerId="AD" clId="Web-{00000000-0000-0000-0000-000000000000}" dt="2026-10-14T10:59:51.406" v="1" actId="1076"/>
          <ac:spMkLst>
            <pc:docMk/>
            <pc:sldMk cId="0" sldId="256"/>
            <ac:spMk id="14" creationId="{00000000-0000-0000-0000-000000000000}"/>
          </ac:spMkLst>
        </pc:spChg>
        <pc:spChg chg="mod">
          <ac:chgData name="Meyers, Margaret Veselinova" userId="S::veselin@ad.unc.edu::6a5bcee1-dbcb-4177-8210-6218dd2d00ac" providerId="AD" clId="Web-{00000000-0000-0000-0000-000000000000}" dt="2026-10-14T10:59:40.266" v="0" actId="14100"/>
          <ac:spMkLst>
            <pc:docMk/>
            <pc:sldMk cId="0" sldId="256"/>
            <ac:spMk id="25" creationId="{00000000-0000-0000-0000-000000000000}"/>
          </ac:spMkLst>
        </pc:spChg>
        <pc:spChg chg="mod">
          <ac:chgData name="Meyers, Margaret Veselinova" userId="S::veselin@ad.unc.edu::6a5bcee1-dbcb-4177-8210-6218dd2d00ac" providerId="AD" clId="Web-{00000000-0000-0000-0000-000000000000}" dt="2026-10-14T10:59:54.328" v="2" actId="1076"/>
          <ac:spMkLst>
            <pc:docMk/>
            <pc:sldMk cId="0" sldId="256"/>
            <ac:spMk id="48" creationId="{00000000-0000-0000-0000-000000000000}"/>
          </ac:spMkLst>
        </pc:spChg>
        <pc:spChg chg="mod">
          <ac:chgData name="Meyers, Margaret Veselinova" userId="S::veselin@ad.unc.edu::6a5bcee1-dbcb-4177-8210-6218dd2d00ac" providerId="AD" clId="Web-{00000000-0000-0000-0000-000000000000}" dt="2026-10-14T11:00:49.094" v="14" actId="1076"/>
          <ac:spMkLst>
            <pc:docMk/>
            <pc:sldMk cId="0" sldId="256"/>
            <ac:spMk id="64" creationId="{093BA9C9-7B69-4269-0858-0AE6DF1102E4}"/>
          </ac:spMkLst>
        </pc:spChg>
        <pc:spChg chg="mod">
          <ac:chgData name="Meyers, Margaret Veselinova" userId="S::veselin@ad.unc.edu::6a5bcee1-dbcb-4177-8210-6218dd2d00ac" providerId="AD" clId="Web-{00000000-0000-0000-0000-000000000000}" dt="2026-10-14T10:59:59.531" v="3" actId="1076"/>
          <ac:spMkLst>
            <pc:docMk/>
            <pc:sldMk cId="0" sldId="256"/>
            <ac:spMk id="1239" creationId="{BF6FAC37-08E3-93BB-3A37-BFDFCD5FC294}"/>
          </ac:spMkLst>
        </pc:spChg>
        <pc:spChg chg="mod">
          <ac:chgData name="Meyers, Margaret Veselinova" userId="S::veselin@ad.unc.edu::6a5bcee1-dbcb-4177-8210-6218dd2d00ac" providerId="AD" clId="Web-{00000000-0000-0000-0000-000000000000}" dt="2026-10-14T11:00:54.157" v="16" actId="1076"/>
          <ac:spMkLst>
            <pc:docMk/>
            <pc:sldMk cId="0" sldId="256"/>
            <ac:spMk id="1826" creationId="{C79730A3-3066-C975-ED2E-FD097B5D4CE3}"/>
          </ac:spMkLst>
        </pc:spChg>
        <pc:spChg chg="mod">
          <ac:chgData name="Meyers, Margaret Veselinova" userId="S::veselin@ad.unc.edu::6a5bcee1-dbcb-4177-8210-6218dd2d00ac" providerId="AD" clId="Web-{00000000-0000-0000-0000-000000000000}" dt="2026-10-14T11:00:04.469" v="4" actId="1076"/>
          <ac:spMkLst>
            <pc:docMk/>
            <pc:sldMk cId="0" sldId="256"/>
            <ac:spMk id="1836" creationId="{35770D98-50E0-0F6C-7396-79767B9BC565}"/>
          </ac:spMkLst>
        </pc:spChg>
        <pc:spChg chg="mod">
          <ac:chgData name="Meyers, Margaret Veselinova" userId="S::veselin@ad.unc.edu::6a5bcee1-dbcb-4177-8210-6218dd2d00ac" providerId="AD" clId="Web-{00000000-0000-0000-0000-000000000000}" dt="2026-10-14T11:01:39.923" v="19" actId="20577"/>
          <ac:spMkLst>
            <pc:docMk/>
            <pc:sldMk cId="0" sldId="256"/>
            <ac:spMk id="1838" creationId="{E1B95F0F-EE1B-E281-EE31-4C9E2F5308C8}"/>
          </ac:spMkLst>
        </pc:spChg>
        <pc:spChg chg="mod">
          <ac:chgData name="Meyers, Margaret Veselinova" userId="S::veselin@ad.unc.edu::6a5bcee1-dbcb-4177-8210-6218dd2d00ac" providerId="AD" clId="Web-{00000000-0000-0000-0000-000000000000}" dt="2026-10-14T11:00:56.172" v="17" actId="1076"/>
          <ac:spMkLst>
            <pc:docMk/>
            <pc:sldMk cId="0" sldId="256"/>
            <ac:spMk id="1840" creationId="{764279DF-BDC2-EE09-9DB6-C951F2B3CEC3}"/>
          </ac:spMkLst>
        </pc:spChg>
        <pc:picChg chg="mod modCrop">
          <ac:chgData name="Meyers, Margaret Veselinova" userId="S::veselin@ad.unc.edu::6a5bcee1-dbcb-4177-8210-6218dd2d00ac" providerId="AD" clId="Web-{00000000-0000-0000-0000-000000000000}" dt="2026-10-14T11:02:16.267" v="23"/>
          <ac:picMkLst>
            <pc:docMk/>
            <pc:sldMk cId="0" sldId="256"/>
            <ac:picMk id="1225" creationId="{FD10B472-7E39-710F-1138-B81010DCBDA7}"/>
          </ac:picMkLst>
        </pc:picChg>
      </pc:sldChg>
    </pc:docChg>
  </pc:docChgLst>
  <pc:docChgLst>
    <pc:chgData name="Calhoun, Casey Dean" userId="S::cdcalhou@ad.unc.edu::3a9540de-17fc-44b4-8f72-9ea6b82d07e5" providerId="AD" clId="Web-{00000000-0000-0000-0000-000000000000}"/>
    <pc:docChg chg="modSld">
      <pc:chgData name="Calhoun, Casey Dean" userId="S::cdcalhou@ad.unc.edu::3a9540de-17fc-44b4-8f72-9ea6b82d07e5" providerId="AD" clId="Web-{00000000-0000-0000-0000-000000000000}" dt="2026-10-15T17:21:18.953" v="3" actId="20577"/>
      <pc:docMkLst>
        <pc:docMk/>
      </pc:docMkLst>
      <pc:sldChg chg="modSp modCm">
        <pc:chgData name="Calhoun, Casey Dean" userId="S::cdcalhou@ad.unc.edu::3a9540de-17fc-44b4-8f72-9ea6b82d07e5" providerId="AD" clId="Web-{00000000-0000-0000-0000-000000000000}" dt="2026-10-15T17:21:18.953" v="3" actId="20577"/>
        <pc:sldMkLst>
          <pc:docMk/>
          <pc:sldMk cId="0" sldId="256"/>
        </pc:sldMkLst>
        <pc:spChg chg="mod">
          <ac:chgData name="Calhoun, Casey Dean" userId="S::cdcalhou@ad.unc.edu::3a9540de-17fc-44b4-8f72-9ea6b82d07e5" providerId="AD" clId="Web-{00000000-0000-0000-0000-000000000000}" dt="2026-10-15T17:21:18.953" v="3" actId="20577"/>
          <ac:spMkLst>
            <pc:docMk/>
            <pc:sldMk cId="0" sldId="256"/>
            <ac:spMk id="13" creationId="{1615EBA6-4913-FB85-F584-9BF15344BAC6}"/>
          </ac:spMkLst>
        </pc:spChg>
        <pc:extLst>
          <p:ext xmlns:p="http://schemas.openxmlformats.org/presentationml/2006/main" uri="{D6D511B9-2390-475A-947B-AFAB55BFBCF1}">
            <pc226:cmChg xmlns:pc226="http://schemas.microsoft.com/office/powerpoint/2022/06/main/command" chg="mod">
              <pc226:chgData name="Calhoun, Casey Dean" userId="S::cdcalhou@ad.unc.edu::3a9540de-17fc-44b4-8f72-9ea6b82d07e5" providerId="AD" clId="Web-{00000000-0000-0000-0000-000000000000}" dt="2026-10-15T17:21:18.938" v="2" actId="20577"/>
              <pc2:cmMkLst xmlns:pc2="http://schemas.microsoft.com/office/powerpoint/2019/9/main/command">
                <pc:docMk/>
                <pc:sldMk cId="0" sldId="256"/>
                <pc2:cmMk id="{12A04997-FC58-4D77-9FE4-DC92D32343DF}"/>
              </pc2:cmMkLst>
            </pc226:cmChg>
          </p:ext>
        </pc:extLst>
      </pc:sldChg>
    </pc:docChg>
  </pc:docChgLst>
  <pc:docChgLst>
    <pc:chgData name="Meyers, Margaret Veselinova" userId="S::veselin@ad.unc.edu::6a5bcee1-dbcb-4177-8210-6218dd2d00ac" providerId="AD" clId="Web-{B07DF794-D4DD-4EA2-4E40-212E04AE2F02}"/>
    <pc:docChg chg="mod modSld">
      <pc:chgData name="Meyers, Margaret Veselinova" userId="S::veselin@ad.unc.edu::6a5bcee1-dbcb-4177-8210-6218dd2d00ac" providerId="AD" clId="Web-{B07DF794-D4DD-4EA2-4E40-212E04AE2F02}" dt="2026-10-14T20:05:43.210" v="1269" actId="1076"/>
      <pc:docMkLst>
        <pc:docMk/>
      </pc:docMkLst>
      <pc:sldChg chg="modSp modCm">
        <pc:chgData name="Meyers, Margaret Veselinova" userId="S::veselin@ad.unc.edu::6a5bcee1-dbcb-4177-8210-6218dd2d00ac" providerId="AD" clId="Web-{B07DF794-D4DD-4EA2-4E40-212E04AE2F02}" dt="2026-10-14T20:05:43.210" v="1269" actId="1076"/>
        <pc:sldMkLst>
          <pc:docMk/>
          <pc:sldMk cId="0" sldId="256"/>
        </pc:sldMkLst>
        <pc:spChg chg="mod">
          <ac:chgData name="Meyers, Margaret Veselinova" userId="S::veselin@ad.unc.edu::6a5bcee1-dbcb-4177-8210-6218dd2d00ac" providerId="AD" clId="Web-{B07DF794-D4DD-4EA2-4E40-212E04AE2F02}" dt="2026-10-14T20:00:13.713" v="1087" actId="20577"/>
          <ac:spMkLst>
            <pc:docMk/>
            <pc:sldMk cId="0" sldId="256"/>
            <ac:spMk id="9" creationId="{28174A27-3FF3-D735-B7A4-C134F652E0A4}"/>
          </ac:spMkLst>
        </pc:spChg>
        <pc:spChg chg="mod">
          <ac:chgData name="Meyers, Margaret Veselinova" userId="S::veselin@ad.unc.edu::6a5bcee1-dbcb-4177-8210-6218dd2d00ac" providerId="AD" clId="Web-{B07DF794-D4DD-4EA2-4E40-212E04AE2F02}" dt="2026-10-14T19:18:11.201" v="473" actId="20577"/>
          <ac:spMkLst>
            <pc:docMk/>
            <pc:sldMk cId="0" sldId="256"/>
            <ac:spMk id="13" creationId="{1615EBA6-4913-FB85-F584-9BF15344BAC6}"/>
          </ac:spMkLst>
        </pc:spChg>
        <pc:spChg chg="mod">
          <ac:chgData name="Meyers, Margaret Veselinova" userId="S::veselin@ad.unc.edu::6a5bcee1-dbcb-4177-8210-6218dd2d00ac" providerId="AD" clId="Web-{B07DF794-D4DD-4EA2-4E40-212E04AE2F02}" dt="2026-10-14T19:58:39.526" v="1029" actId="20577"/>
          <ac:spMkLst>
            <pc:docMk/>
            <pc:sldMk cId="0" sldId="256"/>
            <ac:spMk id="25" creationId="{00000000-0000-0000-0000-000000000000}"/>
          </ac:spMkLst>
        </pc:spChg>
        <pc:spChg chg="mod">
          <ac:chgData name="Meyers, Margaret Veselinova" userId="S::veselin@ad.unc.edu::6a5bcee1-dbcb-4177-8210-6218dd2d00ac" providerId="AD" clId="Web-{B07DF794-D4DD-4EA2-4E40-212E04AE2F02}" dt="2026-10-14T20:05:39.460" v="1268" actId="1076"/>
          <ac:spMkLst>
            <pc:docMk/>
            <pc:sldMk cId="0" sldId="256"/>
            <ac:spMk id="1826" creationId="{C79730A3-3066-C975-ED2E-FD097B5D4CE3}"/>
          </ac:spMkLst>
        </pc:spChg>
        <pc:spChg chg="mod">
          <ac:chgData name="Meyers, Margaret Veselinova" userId="S::veselin@ad.unc.edu::6a5bcee1-dbcb-4177-8210-6218dd2d00ac" providerId="AD" clId="Web-{B07DF794-D4DD-4EA2-4E40-212E04AE2F02}" dt="2026-10-14T20:00:25.963" v="1088" actId="20577"/>
          <ac:spMkLst>
            <pc:docMk/>
            <pc:sldMk cId="0" sldId="256"/>
            <ac:spMk id="1834" creationId="{EB911D45-FAAE-456E-BCF1-692E27E474DB}"/>
          </ac:spMkLst>
        </pc:spChg>
        <pc:spChg chg="mod">
          <ac:chgData name="Meyers, Margaret Veselinova" userId="S::veselin@ad.unc.edu::6a5bcee1-dbcb-4177-8210-6218dd2d00ac" providerId="AD" clId="Web-{B07DF794-D4DD-4EA2-4E40-212E04AE2F02}" dt="2026-10-14T19:21:33.934" v="570" actId="20577"/>
          <ac:spMkLst>
            <pc:docMk/>
            <pc:sldMk cId="0" sldId="256"/>
            <ac:spMk id="1836" creationId="{35770D98-50E0-0F6C-7396-79767B9BC565}"/>
          </ac:spMkLst>
        </pc:spChg>
        <pc:spChg chg="mod">
          <ac:chgData name="Meyers, Margaret Veselinova" userId="S::veselin@ad.unc.edu::6a5bcee1-dbcb-4177-8210-6218dd2d00ac" providerId="AD" clId="Web-{B07DF794-D4DD-4EA2-4E40-212E04AE2F02}" dt="2026-10-14T20:05:43.210" v="1269" actId="1076"/>
          <ac:spMkLst>
            <pc:docMk/>
            <pc:sldMk cId="0" sldId="256"/>
            <ac:spMk id="1840" creationId="{764279DF-BDC2-EE09-9DB6-C951F2B3CEC3}"/>
          </ac:spMkLst>
        </pc:spChg>
        <pc:spChg chg="mod">
          <ac:chgData name="Meyers, Margaret Veselinova" userId="S::veselin@ad.unc.edu::6a5bcee1-dbcb-4177-8210-6218dd2d00ac" providerId="AD" clId="Web-{B07DF794-D4DD-4EA2-4E40-212E04AE2F02}" dt="2026-10-14T19:20:40.481" v="546" actId="20577"/>
          <ac:spMkLst>
            <pc:docMk/>
            <pc:sldMk cId="0" sldId="256"/>
            <ac:spMk id="1987" creationId="{D6A5C274-B82F-A13C-B572-AEE5810082D6}"/>
          </ac:spMkLst>
        </pc:spChg>
        <pc:spChg chg="mod">
          <ac:chgData name="Meyers, Margaret Veselinova" userId="S::veselin@ad.unc.edu::6a5bcee1-dbcb-4177-8210-6218dd2d00ac" providerId="AD" clId="Web-{B07DF794-D4DD-4EA2-4E40-212E04AE2F02}" dt="2026-10-14T19:27:37.775" v="622" actId="20577"/>
          <ac:spMkLst>
            <pc:docMk/>
            <pc:sldMk cId="0" sldId="256"/>
            <ac:spMk id="2135" creationId="{C69A4DAA-1916-EF0B-F8F4-87A2E845144F}"/>
          </ac:spMkLst>
        </pc:spChg>
        <pc:picChg chg="mod">
          <ac:chgData name="Meyers, Margaret Veselinova" userId="S::veselin@ad.unc.edu::6a5bcee1-dbcb-4177-8210-6218dd2d00ac" providerId="AD" clId="Web-{B07DF794-D4DD-4EA2-4E40-212E04AE2F02}" dt="2026-10-14T20:00:40.634" v="1090" actId="1076"/>
          <ac:picMkLst>
            <pc:docMk/>
            <pc:sldMk cId="0" sldId="256"/>
            <ac:picMk id="1225" creationId="{FD10B472-7E39-710F-1138-B81010DCBDA7}"/>
          </ac:picMkLst>
        </pc:picChg>
        <pc:extLst>
          <p:ext xmlns:p="http://schemas.openxmlformats.org/presentationml/2006/main" uri="{D6D511B9-2390-475A-947B-AFAB55BFBCF1}">
            <pc226:cmChg xmlns:pc226="http://schemas.microsoft.com/office/powerpoint/2022/06/main/command" chg="mod">
              <pc226:chgData name="Meyers, Margaret Veselinova" userId="S::veselin@ad.unc.edu::6a5bcee1-dbcb-4177-8210-6218dd2d00ac" providerId="AD" clId="Web-{B07DF794-D4DD-4EA2-4E40-212E04AE2F02}" dt="2026-10-14T20:05:19.117" v="1265" actId="20577"/>
              <pc2:cmMkLst xmlns:pc2="http://schemas.microsoft.com/office/powerpoint/2019/9/main/command">
                <pc:docMk/>
                <pc:sldMk cId="0" sldId="256"/>
                <pc2:cmMk id="{42549D13-45A4-4CB7-8A00-ACCBFAA0041E}"/>
              </pc2:cmMkLst>
            </pc226:cmChg>
            <pc226:cmChg xmlns:pc226="http://schemas.microsoft.com/office/powerpoint/2022/06/main/command" chg="mod">
              <pc226:chgData name="Meyers, Margaret Veselinova" userId="S::veselin@ad.unc.edu::6a5bcee1-dbcb-4177-8210-6218dd2d00ac" providerId="AD" clId="Web-{B07DF794-D4DD-4EA2-4E40-212E04AE2F02}" dt="2026-10-14T18:51:08.682" v="115" actId="20577"/>
              <pc2:cmMkLst xmlns:pc2="http://schemas.microsoft.com/office/powerpoint/2019/9/main/command">
                <pc:docMk/>
                <pc:sldMk cId="0" sldId="256"/>
                <pc2:cmMk id="{54AC543D-2F59-45A7-8273-F0FA13D0B203}"/>
              </pc2:cmMkLst>
            </pc226:cmChg>
            <pc226:cmChg xmlns:pc226="http://schemas.microsoft.com/office/powerpoint/2022/06/main/command" chg="mod">
              <pc226:chgData name="Meyers, Margaret Veselinova" userId="S::veselin@ad.unc.edu::6a5bcee1-dbcb-4177-8210-6218dd2d00ac" providerId="AD" clId="Web-{B07DF794-D4DD-4EA2-4E40-212E04AE2F02}" dt="2026-10-14T18:47:46.214" v="61" actId="20577"/>
              <pc2:cmMkLst xmlns:pc2="http://schemas.microsoft.com/office/powerpoint/2019/9/main/command">
                <pc:docMk/>
                <pc:sldMk cId="0" sldId="256"/>
                <pc2:cmMk id="{CC3C634C-4A8B-4CB8-8E12-295D406ACD85}"/>
              </pc2:cmMkLst>
            </pc226:cmChg>
            <pc226:cmChg xmlns:pc226="http://schemas.microsoft.com/office/powerpoint/2022/06/main/command" chg="mod">
              <pc226:chgData name="Meyers, Margaret Veselinova" userId="S::veselin@ad.unc.edu::6a5bcee1-dbcb-4177-8210-6218dd2d00ac" providerId="AD" clId="Web-{B07DF794-D4DD-4EA2-4E40-212E04AE2F02}" dt="2026-10-14T20:00:11.744" v="1086" actId="20577"/>
              <pc2:cmMkLst xmlns:pc2="http://schemas.microsoft.com/office/powerpoint/2019/9/main/command">
                <pc:docMk/>
                <pc:sldMk cId="0" sldId="256"/>
                <pc2:cmMk id="{4E4D3E52-6751-4905-94AE-B854559B066E}"/>
              </pc2:cmMkLst>
            </pc226:cmChg>
            <pc226:cmChg xmlns:pc226="http://schemas.microsoft.com/office/powerpoint/2022/06/main/command" chg="mod">
              <pc226:chgData name="Meyers, Margaret Veselinova" userId="S::veselin@ad.unc.edu::6a5bcee1-dbcb-4177-8210-6218dd2d00ac" providerId="AD" clId="Web-{B07DF794-D4DD-4EA2-4E40-212E04AE2F02}" dt="2026-10-14T19:09:57.611" v="184" actId="20577"/>
              <pc2:cmMkLst xmlns:pc2="http://schemas.microsoft.com/office/powerpoint/2019/9/main/command">
                <pc:docMk/>
                <pc:sldMk cId="0" sldId="256"/>
                <pc2:cmMk id="{C6BF5256-4462-4AEA-9769-76A2041A56B6}"/>
              </pc2:cmMkLst>
            </pc226:cmChg>
            <pc226:cmChg xmlns:pc226="http://schemas.microsoft.com/office/powerpoint/2022/06/main/command" chg="mod">
              <pc226:chgData name="Meyers, Margaret Veselinova" userId="S::veselin@ad.unc.edu::6a5bcee1-dbcb-4177-8210-6218dd2d00ac" providerId="AD" clId="Web-{B07DF794-D4DD-4EA2-4E40-212E04AE2F02}" dt="2026-10-14T19:03:42.660" v="145" actId="20577"/>
              <pc2:cmMkLst xmlns:pc2="http://schemas.microsoft.com/office/powerpoint/2019/9/main/command">
                <pc:docMk/>
                <pc:sldMk cId="0" sldId="256"/>
                <pc2:cmMk id="{28F46557-2B7D-4AE4-AC56-107D3CD917DD}"/>
              </pc2:cmMkLst>
            </pc226:cmChg>
            <pc226:cmChg xmlns:pc226="http://schemas.microsoft.com/office/powerpoint/2022/06/main/command" chg="mod">
              <pc226:chgData name="Meyers, Margaret Veselinova" userId="S::veselin@ad.unc.edu::6a5bcee1-dbcb-4177-8210-6218dd2d00ac" providerId="AD" clId="Web-{B07DF794-D4DD-4EA2-4E40-212E04AE2F02}" dt="2026-10-14T19:18:08.264" v="471" actId="20577"/>
              <pc2:cmMkLst xmlns:pc2="http://schemas.microsoft.com/office/powerpoint/2019/9/main/command">
                <pc:docMk/>
                <pc:sldMk cId="0" sldId="256"/>
                <pc2:cmMk id="{717EF360-5405-4FAB-B852-A81350FFAF2B}"/>
              </pc2:cmMkLst>
            </pc226:cmChg>
            <pc226:cmChg xmlns:pc226="http://schemas.microsoft.com/office/powerpoint/2022/06/main/command" chg="mod">
              <pc226:chgData name="Meyers, Margaret Veselinova" userId="S::veselin@ad.unc.edu::6a5bcee1-dbcb-4177-8210-6218dd2d00ac" providerId="AD" clId="Web-{B07DF794-D4DD-4EA2-4E40-212E04AE2F02}" dt="2026-10-14T20:05:19.117" v="1265" actId="20577"/>
              <pc2:cmMkLst xmlns:pc2="http://schemas.microsoft.com/office/powerpoint/2019/9/main/command">
                <pc:docMk/>
                <pc:sldMk cId="0" sldId="256"/>
                <pc2:cmMk id="{8F3E526F-626D-480C-A161-00007C2C0F9A}"/>
              </pc2:cmMkLst>
            </pc226:cmChg>
            <pc226:cmChg xmlns:pc226="http://schemas.microsoft.com/office/powerpoint/2022/06/main/command" chg="mod">
              <pc226:chgData name="Meyers, Margaret Veselinova" userId="S::veselin@ad.unc.edu::6a5bcee1-dbcb-4177-8210-6218dd2d00ac" providerId="AD" clId="Web-{B07DF794-D4DD-4EA2-4E40-212E04AE2F02}" dt="2026-10-14T20:05:19.117" v="1265" actId="20577"/>
              <pc2:cmMkLst xmlns:pc2="http://schemas.microsoft.com/office/powerpoint/2019/9/main/command">
                <pc:docMk/>
                <pc:sldMk cId="0" sldId="256"/>
                <pc2:cmMk id="{BD68E78E-4C48-4028-B873-13B1C0366AED}"/>
              </pc2:cmMkLst>
            </pc226:cmChg>
            <pc226:cmChg xmlns:pc226="http://schemas.microsoft.com/office/powerpoint/2022/06/main/command" chg="mod">
              <pc226:chgData name="Meyers, Margaret Veselinova" userId="S::veselin@ad.unc.edu::6a5bcee1-dbcb-4177-8210-6218dd2d00ac" providerId="AD" clId="Web-{B07DF794-D4DD-4EA2-4E40-212E04AE2F02}" dt="2026-10-14T19:18:08.264" v="471" actId="20577"/>
              <pc2:cmMkLst xmlns:pc2="http://schemas.microsoft.com/office/powerpoint/2019/9/main/command">
                <pc:docMk/>
                <pc:sldMk cId="0" sldId="256"/>
                <pc2:cmMk id="{12A04997-FC58-4D77-9FE4-DC92D32343DF}"/>
              </pc2:cmMkLst>
            </pc226:cmChg>
            <pc226:cmChg xmlns:pc226="http://schemas.microsoft.com/office/powerpoint/2022/06/main/command" chg="mod">
              <pc226:chgData name="Meyers, Margaret Veselinova" userId="S::veselin@ad.unc.edu::6a5bcee1-dbcb-4177-8210-6218dd2d00ac" providerId="AD" clId="Web-{B07DF794-D4DD-4EA2-4E40-212E04AE2F02}" dt="2026-10-14T20:05:19.117" v="1265" actId="20577"/>
              <pc2:cmMkLst xmlns:pc2="http://schemas.microsoft.com/office/powerpoint/2019/9/main/command">
                <pc:docMk/>
                <pc:sldMk cId="0" sldId="256"/>
                <pc2:cmMk id="{200ED998-3D1D-47B2-85A2-8622BF35236A}"/>
              </pc2:cmMkLst>
            </pc226:cmChg>
            <pc226:cmChg xmlns:pc226="http://schemas.microsoft.com/office/powerpoint/2022/06/main/command" chg="mod">
              <pc226:chgData name="Meyers, Margaret Veselinova" userId="S::veselin@ad.unc.edu::6a5bcee1-dbcb-4177-8210-6218dd2d00ac" providerId="AD" clId="Web-{B07DF794-D4DD-4EA2-4E40-212E04AE2F02}" dt="2026-10-14T20:00:11.744" v="1086" actId="20577"/>
              <pc2:cmMkLst xmlns:pc2="http://schemas.microsoft.com/office/powerpoint/2019/9/main/command">
                <pc:docMk/>
                <pc:sldMk cId="0" sldId="256"/>
                <pc2:cmMk id="{49CB1BA0-E27C-4A6E-9C41-08A44D913D8A}"/>
              </pc2:cmMkLst>
            </pc226:cmChg>
            <pc226:cmChg xmlns:pc226="http://schemas.microsoft.com/office/powerpoint/2022/06/main/command" chg="mod">
              <pc226:chgData name="Meyers, Margaret Veselinova" userId="S::veselin@ad.unc.edu::6a5bcee1-dbcb-4177-8210-6218dd2d00ac" providerId="AD" clId="Web-{B07DF794-D4DD-4EA2-4E40-212E04AE2F02}" dt="2026-10-14T18:57:51.241" v="124" actId="20577"/>
              <pc2:cmMkLst xmlns:pc2="http://schemas.microsoft.com/office/powerpoint/2019/9/main/command">
                <pc:docMk/>
                <pc:sldMk cId="0" sldId="256"/>
                <pc2:cmMk id="{23ADDAA4-132D-4147-961D-F90507AC1D0A}"/>
              </pc2:cmMkLst>
            </pc226:cmChg>
            <pc226:cmChg xmlns:pc226="http://schemas.microsoft.com/office/powerpoint/2022/06/main/command" chg="mod">
              <pc226:chgData name="Meyers, Margaret Veselinova" userId="S::veselin@ad.unc.edu::6a5bcee1-dbcb-4177-8210-6218dd2d00ac" providerId="AD" clId="Web-{B07DF794-D4DD-4EA2-4E40-212E04AE2F02}" dt="2026-10-14T19:18:08.264" v="471" actId="20577"/>
              <pc2:cmMkLst xmlns:pc2="http://schemas.microsoft.com/office/powerpoint/2019/9/main/command">
                <pc:docMk/>
                <pc:sldMk cId="0" sldId="256"/>
                <pc2:cmMk id="{328031C2-8B08-4392-B561-26216BD0029F}"/>
              </pc2:cmMkLst>
            </pc226:cmChg>
            <pc226:cmChg xmlns:pc226="http://schemas.microsoft.com/office/powerpoint/2022/06/main/command" chg="mod">
              <pc226:chgData name="Meyers, Margaret Veselinova" userId="S::veselin@ad.unc.edu::6a5bcee1-dbcb-4177-8210-6218dd2d00ac" providerId="AD" clId="Web-{B07DF794-D4DD-4EA2-4E40-212E04AE2F02}" dt="2026-10-14T19:21:33.934" v="570" actId="20577"/>
              <pc2:cmMkLst xmlns:pc2="http://schemas.microsoft.com/office/powerpoint/2019/9/main/command">
                <pc:docMk/>
                <pc:sldMk cId="0" sldId="256"/>
                <pc2:cmMk id="{F100D8C4-96B1-4C38-AAF6-FC2EB1149451}"/>
              </pc2:cmMkLst>
            </pc226:cmChg>
            <pc226:cmChg xmlns:pc226="http://schemas.microsoft.com/office/powerpoint/2022/06/main/command" chg="mod">
              <pc226:chgData name="Meyers, Margaret Veselinova" userId="S::veselin@ad.unc.edu::6a5bcee1-dbcb-4177-8210-6218dd2d00ac" providerId="AD" clId="Web-{B07DF794-D4DD-4EA2-4E40-212E04AE2F02}" dt="2026-10-14T20:05:19.117" v="1265" actId="20577"/>
              <pc2:cmMkLst xmlns:pc2="http://schemas.microsoft.com/office/powerpoint/2019/9/main/command">
                <pc:docMk/>
                <pc:sldMk cId="0" sldId="256"/>
                <pc2:cmMk id="{56A535DF-0F5F-44F6-ADBC-AD86DF3A72A2}"/>
              </pc2:cmMkLst>
            </pc226:cmChg>
            <pc226:cmChg xmlns:pc226="http://schemas.microsoft.com/office/powerpoint/2022/06/main/command" chg="mod">
              <pc226:chgData name="Meyers, Margaret Veselinova" userId="S::veselin@ad.unc.edu::6a5bcee1-dbcb-4177-8210-6218dd2d00ac" providerId="AD" clId="Web-{B07DF794-D4DD-4EA2-4E40-212E04AE2F02}" dt="2026-10-14T18:47:46.214" v="61" actId="20577"/>
              <pc2:cmMkLst xmlns:pc2="http://schemas.microsoft.com/office/powerpoint/2019/9/main/command">
                <pc:docMk/>
                <pc:sldMk cId="0" sldId="256"/>
                <pc2:cmMk id="{706F5AEF-01DD-491A-9BD8-9E45888A7BFE}"/>
              </pc2:cmMkLst>
            </pc226:cmChg>
          </p:ext>
        </pc:extLst>
      </pc:sldChg>
    </pc:docChg>
  </pc:docChgLst>
  <pc:docChgLst>
    <pc:chgData name="Calhoun, Casey Dean" userId="S::cdcalhou@ad.unc.edu::3a9540de-17fc-44b4-8f72-9ea6b82d07e5" providerId="AD" clId="Web-{CA0A5E99-E0C7-1522-B3FB-DC96E1D4DF43}"/>
    <pc:docChg chg="mod modSld">
      <pc:chgData name="Calhoun, Casey Dean" userId="S::cdcalhou@ad.unc.edu::3a9540de-17fc-44b4-8f72-9ea6b82d07e5" providerId="AD" clId="Web-{CA0A5E99-E0C7-1522-B3FB-DC96E1D4DF43}" dt="2026-10-14T17:05:03.779" v="73" actId="20577"/>
      <pc:docMkLst>
        <pc:docMk/>
      </pc:docMkLst>
      <pc:sldChg chg="modSp modCm">
        <pc:chgData name="Calhoun, Casey Dean" userId="S::cdcalhou@ad.unc.edu::3a9540de-17fc-44b4-8f72-9ea6b82d07e5" providerId="AD" clId="Web-{CA0A5E99-E0C7-1522-B3FB-DC96E1D4DF43}" dt="2026-10-14T17:05:03.779" v="73" actId="20577"/>
        <pc:sldMkLst>
          <pc:docMk/>
          <pc:sldMk cId="0" sldId="256"/>
        </pc:sldMkLst>
        <pc:spChg chg="mod">
          <ac:chgData name="Calhoun, Casey Dean" userId="S::cdcalhou@ad.unc.edu::3a9540de-17fc-44b4-8f72-9ea6b82d07e5" providerId="AD" clId="Web-{CA0A5E99-E0C7-1522-B3FB-DC96E1D4DF43}" dt="2026-10-14T16:32:36.652" v="47" actId="20577"/>
          <ac:spMkLst>
            <pc:docMk/>
            <pc:sldMk cId="0" sldId="256"/>
            <ac:spMk id="16" creationId="{72892DDF-1FBC-5287-28AB-019035139D06}"/>
          </ac:spMkLst>
        </pc:spChg>
        <pc:spChg chg="mod">
          <ac:chgData name="Calhoun, Casey Dean" userId="S::cdcalhou@ad.unc.edu::3a9540de-17fc-44b4-8f72-9ea6b82d07e5" providerId="AD" clId="Web-{CA0A5E99-E0C7-1522-B3FB-DC96E1D4DF43}" dt="2026-10-14T16:27:55.065" v="42" actId="20577"/>
          <ac:spMkLst>
            <pc:docMk/>
            <pc:sldMk cId="0" sldId="256"/>
            <ac:spMk id="25" creationId="{00000000-0000-0000-0000-000000000000}"/>
          </ac:spMkLst>
        </pc:spChg>
        <pc:spChg chg="mod">
          <ac:chgData name="Calhoun, Casey Dean" userId="S::cdcalhou@ad.unc.edu::3a9540de-17fc-44b4-8f72-9ea6b82d07e5" providerId="AD" clId="Web-{CA0A5E99-E0C7-1522-B3FB-DC96E1D4DF43}" dt="2026-10-14T16:47:16.885" v="63" actId="1076"/>
          <ac:spMkLst>
            <pc:docMk/>
            <pc:sldMk cId="0" sldId="256"/>
            <ac:spMk id="64" creationId="{093BA9C9-7B69-4269-0858-0AE6DF1102E4}"/>
          </ac:spMkLst>
        </pc:spChg>
        <pc:spChg chg="mod">
          <ac:chgData name="Calhoun, Casey Dean" userId="S::cdcalhou@ad.unc.edu::3a9540de-17fc-44b4-8f72-9ea6b82d07e5" providerId="AD" clId="Web-{CA0A5E99-E0C7-1522-B3FB-DC96E1D4DF43}" dt="2026-10-14T17:05:03.779" v="73" actId="20577"/>
          <ac:spMkLst>
            <pc:docMk/>
            <pc:sldMk cId="0" sldId="256"/>
            <ac:spMk id="1826" creationId="{C79730A3-3066-C975-ED2E-FD097B5D4CE3}"/>
          </ac:spMkLst>
        </pc:spChg>
        <pc:spChg chg="mod">
          <ac:chgData name="Calhoun, Casey Dean" userId="S::cdcalhou@ad.unc.edu::3a9540de-17fc-44b4-8f72-9ea6b82d07e5" providerId="AD" clId="Web-{CA0A5E99-E0C7-1522-B3FB-DC96E1D4DF43}" dt="2026-10-14T16:38:08.490" v="54" actId="20577"/>
          <ac:spMkLst>
            <pc:docMk/>
            <pc:sldMk cId="0" sldId="256"/>
            <ac:spMk id="1834" creationId="{EB911D45-FAAE-456E-BCF1-692E27E474DB}"/>
          </ac:spMkLst>
        </pc:spChg>
        <pc:spChg chg="mod">
          <ac:chgData name="Calhoun, Casey Dean" userId="S::cdcalhou@ad.unc.edu::3a9540de-17fc-44b4-8f72-9ea6b82d07e5" providerId="AD" clId="Web-{CA0A5E99-E0C7-1522-B3FB-DC96E1D4DF43}" dt="2026-10-14T16:39:45.009" v="60" actId="20577"/>
          <ac:spMkLst>
            <pc:docMk/>
            <pc:sldMk cId="0" sldId="256"/>
            <ac:spMk id="1838" creationId="{E1B95F0F-EE1B-E281-EE31-4C9E2F5308C8}"/>
          </ac:spMkLst>
        </pc:spChg>
        <pc:spChg chg="mod">
          <ac:chgData name="Calhoun, Casey Dean" userId="S::cdcalhou@ad.unc.edu::3a9540de-17fc-44b4-8f72-9ea6b82d07e5" providerId="AD" clId="Web-{CA0A5E99-E0C7-1522-B3FB-DC96E1D4DF43}" dt="2026-10-14T16:39:24.915" v="58" actId="1076"/>
          <ac:spMkLst>
            <pc:docMk/>
            <pc:sldMk cId="0" sldId="256"/>
            <ac:spMk id="1840" creationId="{764279DF-BDC2-EE09-9DB6-C951F2B3CEC3}"/>
          </ac:spMkLst>
        </pc:spChg>
        <pc:spChg chg="mod">
          <ac:chgData name="Calhoun, Casey Dean" userId="S::cdcalhou@ad.unc.edu::3a9540de-17fc-44b4-8f72-9ea6b82d07e5" providerId="AD" clId="Web-{CA0A5E99-E0C7-1522-B3FB-DC96E1D4DF43}" dt="2026-10-14T16:42:25.437" v="61" actId="14100"/>
          <ac:spMkLst>
            <pc:docMk/>
            <pc:sldMk cId="0" sldId="256"/>
            <ac:spMk id="2134" creationId="{D8B6C12E-D4C7-8C22-11CF-C86F3C9FB819}"/>
          </ac:spMkLst>
        </pc:spChg>
        <pc:extLst>
          <p:ext xmlns:p="http://schemas.openxmlformats.org/presentationml/2006/main" uri="{D6D511B9-2390-475A-947B-AFAB55BFBCF1}">
            <pc226:cmChg xmlns:pc226="http://schemas.microsoft.com/office/powerpoint/2022/06/main/command" chg="mod">
              <pc226:chgData name="Calhoun, Casey Dean" userId="S::cdcalhou@ad.unc.edu::3a9540de-17fc-44b4-8f72-9ea6b82d07e5" providerId="AD" clId="Web-{CA0A5E99-E0C7-1522-B3FB-DC96E1D4DF43}" dt="2026-10-14T17:00:19.957" v="72" actId="20577"/>
              <pc2:cmMkLst xmlns:pc2="http://schemas.microsoft.com/office/powerpoint/2019/9/main/command">
                <pc:docMk/>
                <pc:sldMk cId="0" sldId="256"/>
                <pc2:cmMk id="{42549D13-45A4-4CB7-8A00-ACCBFAA0041E}"/>
              </pc2:cmMkLst>
            </pc226:cmChg>
            <pc226:cmChg xmlns:pc226="http://schemas.microsoft.com/office/powerpoint/2022/06/main/command" chg="mod">
              <pc226:chgData name="Calhoun, Casey Dean" userId="S::cdcalhou@ad.unc.edu::3a9540de-17fc-44b4-8f72-9ea6b82d07e5" providerId="AD" clId="Web-{CA0A5E99-E0C7-1522-B3FB-DC96E1D4DF43}" dt="2026-10-14T16:25:12.685" v="41" actId="20577"/>
              <pc2:cmMkLst xmlns:pc2="http://schemas.microsoft.com/office/powerpoint/2019/9/main/command">
                <pc:docMk/>
                <pc:sldMk cId="0" sldId="256"/>
                <pc2:cmMk id="{CC3C634C-4A8B-4CB8-8E12-295D406ACD85}"/>
              </pc2:cmMkLst>
            </pc226:cmChg>
            <pc226:cmChg xmlns:pc226="http://schemas.microsoft.com/office/powerpoint/2022/06/main/command" chg="mod">
              <pc226:chgData name="Calhoun, Casey Dean" userId="S::cdcalhou@ad.unc.edu::3a9540de-17fc-44b4-8f72-9ea6b82d07e5" providerId="AD" clId="Web-{CA0A5E99-E0C7-1522-B3FB-DC96E1D4DF43}" dt="2026-10-14T17:00:19.957" v="72" actId="20577"/>
              <pc2:cmMkLst xmlns:pc2="http://schemas.microsoft.com/office/powerpoint/2019/9/main/command">
                <pc:docMk/>
                <pc:sldMk cId="0" sldId="256"/>
                <pc2:cmMk id="{BD68E78E-4C48-4028-B873-13B1C0366AED}"/>
              </pc2:cmMkLst>
            </pc226:cmChg>
            <pc226:cmChg xmlns:pc226="http://schemas.microsoft.com/office/powerpoint/2022/06/main/command" chg="mod">
              <pc226:chgData name="Calhoun, Casey Dean" userId="S::cdcalhou@ad.unc.edu::3a9540de-17fc-44b4-8f72-9ea6b82d07e5" providerId="AD" clId="Web-{CA0A5E99-E0C7-1522-B3FB-DC96E1D4DF43}" dt="2026-10-14T17:00:19.957" v="72" actId="20577"/>
              <pc2:cmMkLst xmlns:pc2="http://schemas.microsoft.com/office/powerpoint/2019/9/main/command">
                <pc:docMk/>
                <pc:sldMk cId="0" sldId="256"/>
                <pc2:cmMk id="{200ED998-3D1D-47B2-85A2-8622BF35236A}"/>
              </pc2:cmMkLst>
            </pc226:cmChg>
            <pc226:cmChg xmlns:pc226="http://schemas.microsoft.com/office/powerpoint/2022/06/main/command" chg="mod">
              <pc226:chgData name="Calhoun, Casey Dean" userId="S::cdcalhou@ad.unc.edu::3a9540de-17fc-44b4-8f72-9ea6b82d07e5" providerId="AD" clId="Web-{CA0A5E99-E0C7-1522-B3FB-DC96E1D4DF43}" dt="2026-10-14T17:00:19.957" v="72" actId="20577"/>
              <pc2:cmMkLst xmlns:pc2="http://schemas.microsoft.com/office/powerpoint/2019/9/main/command">
                <pc:docMk/>
                <pc:sldMk cId="0" sldId="256"/>
                <pc2:cmMk id="{56A535DF-0F5F-44F6-ADBC-AD86DF3A72A2}"/>
              </pc2:cmMkLst>
            </pc226:cmChg>
            <pc226:cmChg xmlns:pc226="http://schemas.microsoft.com/office/powerpoint/2022/06/main/command" chg="mod">
              <pc226:chgData name="Calhoun, Casey Dean" userId="S::cdcalhou@ad.unc.edu::3a9540de-17fc-44b4-8f72-9ea6b82d07e5" providerId="AD" clId="Web-{CA0A5E99-E0C7-1522-B3FB-DC96E1D4DF43}" dt="2026-10-14T16:25:12.685" v="41" actId="20577"/>
              <pc2:cmMkLst xmlns:pc2="http://schemas.microsoft.com/office/powerpoint/2019/9/main/command">
                <pc:docMk/>
                <pc:sldMk cId="0" sldId="256"/>
                <pc2:cmMk id="{706F5AEF-01DD-491A-9BD8-9E45888A7BFE}"/>
              </pc2:cmMkLst>
            </pc226:cmChg>
          </p:ext>
        </pc:extLst>
      </pc:sldChg>
    </pc:docChg>
  </pc:docChgLst>
  <pc:docChgLst>
    <pc:chgData name="Meyers, Margaret Veselinova" userId="S::veselin@ad.unc.edu::6a5bcee1-dbcb-4177-8210-6218dd2d00ac" providerId="AD" clId="Web-{385B4129-C298-3D2B-98E1-776EDAC91F1D}"/>
    <pc:docChg chg="modSld">
      <pc:chgData name="Meyers, Margaret Veselinova" userId="S::veselin@ad.unc.edu::6a5bcee1-dbcb-4177-8210-6218dd2d00ac" providerId="AD" clId="Web-{385B4129-C298-3D2B-98E1-776EDAC91F1D}" dt="2026-10-14T20:20:09.285" v="253" actId="20577"/>
      <pc:docMkLst>
        <pc:docMk/>
      </pc:docMkLst>
      <pc:sldChg chg="modSp modCm">
        <pc:chgData name="Meyers, Margaret Veselinova" userId="S::veselin@ad.unc.edu::6a5bcee1-dbcb-4177-8210-6218dd2d00ac" providerId="AD" clId="Web-{385B4129-C298-3D2B-98E1-776EDAC91F1D}" dt="2026-10-14T20:20:09.285" v="253" actId="20577"/>
        <pc:sldMkLst>
          <pc:docMk/>
          <pc:sldMk cId="0" sldId="256"/>
        </pc:sldMkLst>
        <pc:spChg chg="mod">
          <ac:chgData name="Meyers, Margaret Veselinova" userId="S::veselin@ad.unc.edu::6a5bcee1-dbcb-4177-8210-6218dd2d00ac" providerId="AD" clId="Web-{385B4129-C298-3D2B-98E1-776EDAC91F1D}" dt="2026-10-14T20:18:20.301" v="243" actId="20577"/>
          <ac:spMkLst>
            <pc:docMk/>
            <pc:sldMk cId="0" sldId="256"/>
            <ac:spMk id="9" creationId="{28174A27-3FF3-D735-B7A4-C134F652E0A4}"/>
          </ac:spMkLst>
        </pc:spChg>
        <pc:spChg chg="mod">
          <ac:chgData name="Meyers, Margaret Veselinova" userId="S::veselin@ad.unc.edu::6a5bcee1-dbcb-4177-8210-6218dd2d00ac" providerId="AD" clId="Web-{385B4129-C298-3D2B-98E1-776EDAC91F1D}" dt="2026-10-14T20:16:40.754" v="208" actId="20577"/>
          <ac:spMkLst>
            <pc:docMk/>
            <pc:sldMk cId="0" sldId="256"/>
            <ac:spMk id="64" creationId="{093BA9C9-7B69-4269-0858-0AE6DF1102E4}"/>
          </ac:spMkLst>
        </pc:spChg>
        <pc:spChg chg="mod">
          <ac:chgData name="Meyers, Margaret Veselinova" userId="S::veselin@ad.unc.edu::6a5bcee1-dbcb-4177-8210-6218dd2d00ac" providerId="AD" clId="Web-{385B4129-C298-3D2B-98E1-776EDAC91F1D}" dt="2026-10-14T20:20:09.285" v="253" actId="20577"/>
          <ac:spMkLst>
            <pc:docMk/>
            <pc:sldMk cId="0" sldId="256"/>
            <ac:spMk id="1826" creationId="{C79730A3-3066-C975-ED2E-FD097B5D4CE3}"/>
          </ac:spMkLst>
        </pc:spChg>
        <pc:spChg chg="mod">
          <ac:chgData name="Meyers, Margaret Veselinova" userId="S::veselin@ad.unc.edu::6a5bcee1-dbcb-4177-8210-6218dd2d00ac" providerId="AD" clId="Web-{385B4129-C298-3D2B-98E1-776EDAC91F1D}" dt="2026-10-14T20:09:57.834" v="106" actId="20577"/>
          <ac:spMkLst>
            <pc:docMk/>
            <pc:sldMk cId="0" sldId="256"/>
            <ac:spMk id="1836" creationId="{35770D98-50E0-0F6C-7396-79767B9BC565}"/>
          </ac:spMkLst>
        </pc:spChg>
        <pc:extLst>
          <p:ext xmlns:p="http://schemas.openxmlformats.org/presentationml/2006/main" uri="{D6D511B9-2390-475A-947B-AFAB55BFBCF1}">
            <pc226:cmChg xmlns:pc226="http://schemas.microsoft.com/office/powerpoint/2022/06/main/command" chg="mod">
              <pc226:chgData name="Meyers, Margaret Veselinova" userId="S::veselin@ad.unc.edu::6a5bcee1-dbcb-4177-8210-6218dd2d00ac" providerId="AD" clId="Web-{385B4129-C298-3D2B-98E1-776EDAC91F1D}" dt="2026-10-14T20:19:52.800" v="252" actId="20577"/>
              <pc2:cmMkLst xmlns:pc2="http://schemas.microsoft.com/office/powerpoint/2019/9/main/command">
                <pc:docMk/>
                <pc:sldMk cId="0" sldId="256"/>
                <pc2:cmMk id="{42549D13-45A4-4CB7-8A00-ACCBFAA0041E}"/>
              </pc2:cmMkLst>
            </pc226:cmChg>
            <pc226:cmChg xmlns:pc226="http://schemas.microsoft.com/office/powerpoint/2022/06/main/command" chg="mod">
              <pc226:chgData name="Meyers, Margaret Veselinova" userId="S::veselin@ad.unc.edu::6a5bcee1-dbcb-4177-8210-6218dd2d00ac" providerId="AD" clId="Web-{385B4129-C298-3D2B-98E1-776EDAC91F1D}" dt="2026-10-14T20:18:20.301" v="243" actId="20577"/>
              <pc2:cmMkLst xmlns:pc2="http://schemas.microsoft.com/office/powerpoint/2019/9/main/command">
                <pc:docMk/>
                <pc:sldMk cId="0" sldId="256"/>
                <pc2:cmMk id="{4E4D3E52-6751-4905-94AE-B854559B066E}"/>
              </pc2:cmMkLst>
            </pc226:cmChg>
            <pc226:cmChg xmlns:pc226="http://schemas.microsoft.com/office/powerpoint/2022/06/main/command" chg="mod">
              <pc226:chgData name="Meyers, Margaret Veselinova" userId="S::veselin@ad.unc.edu::6a5bcee1-dbcb-4177-8210-6218dd2d00ac" providerId="AD" clId="Web-{385B4129-C298-3D2B-98E1-776EDAC91F1D}" dt="2026-10-14T20:19:52.800" v="252" actId="20577"/>
              <pc2:cmMkLst xmlns:pc2="http://schemas.microsoft.com/office/powerpoint/2019/9/main/command">
                <pc:docMk/>
                <pc:sldMk cId="0" sldId="256"/>
                <pc2:cmMk id="{8F3E526F-626D-480C-A161-00007C2C0F9A}"/>
              </pc2:cmMkLst>
            </pc226:cmChg>
            <pc226:cmChg xmlns:pc226="http://schemas.microsoft.com/office/powerpoint/2022/06/main/command" chg="mod">
              <pc226:chgData name="Meyers, Margaret Veselinova" userId="S::veselin@ad.unc.edu::6a5bcee1-dbcb-4177-8210-6218dd2d00ac" providerId="AD" clId="Web-{385B4129-C298-3D2B-98E1-776EDAC91F1D}" dt="2026-10-14T20:19:52.800" v="252" actId="20577"/>
              <pc2:cmMkLst xmlns:pc2="http://schemas.microsoft.com/office/powerpoint/2019/9/main/command">
                <pc:docMk/>
                <pc:sldMk cId="0" sldId="256"/>
                <pc2:cmMk id="{BD68E78E-4C48-4028-B873-13B1C0366AED}"/>
              </pc2:cmMkLst>
            </pc226:cmChg>
            <pc226:cmChg xmlns:pc226="http://schemas.microsoft.com/office/powerpoint/2022/06/main/command" chg="mod">
              <pc226:chgData name="Meyers, Margaret Veselinova" userId="S::veselin@ad.unc.edu::6a5bcee1-dbcb-4177-8210-6218dd2d00ac" providerId="AD" clId="Web-{385B4129-C298-3D2B-98E1-776EDAC91F1D}" dt="2026-10-14T20:19:52.800" v="252" actId="20577"/>
              <pc2:cmMkLst xmlns:pc2="http://schemas.microsoft.com/office/powerpoint/2019/9/main/command">
                <pc:docMk/>
                <pc:sldMk cId="0" sldId="256"/>
                <pc2:cmMk id="{200ED998-3D1D-47B2-85A2-8622BF35236A}"/>
              </pc2:cmMkLst>
            </pc226:cmChg>
            <pc226:cmChg xmlns:pc226="http://schemas.microsoft.com/office/powerpoint/2022/06/main/command" chg="mod">
              <pc226:chgData name="Meyers, Margaret Veselinova" userId="S::veselin@ad.unc.edu::6a5bcee1-dbcb-4177-8210-6218dd2d00ac" providerId="AD" clId="Web-{385B4129-C298-3D2B-98E1-776EDAC91F1D}" dt="2026-10-14T20:18:20.301" v="243" actId="20577"/>
              <pc2:cmMkLst xmlns:pc2="http://schemas.microsoft.com/office/powerpoint/2019/9/main/command">
                <pc:docMk/>
                <pc:sldMk cId="0" sldId="256"/>
                <pc2:cmMk id="{49CB1BA0-E27C-4A6E-9C41-08A44D913D8A}"/>
              </pc2:cmMkLst>
            </pc226:cmChg>
            <pc226:cmChg xmlns:pc226="http://schemas.microsoft.com/office/powerpoint/2022/06/main/command" chg="mod">
              <pc226:chgData name="Meyers, Margaret Veselinova" userId="S::veselin@ad.unc.edu::6a5bcee1-dbcb-4177-8210-6218dd2d00ac" providerId="AD" clId="Web-{385B4129-C298-3D2B-98E1-776EDAC91F1D}" dt="2026-10-14T20:09:57.834" v="106" actId="20577"/>
              <pc2:cmMkLst xmlns:pc2="http://schemas.microsoft.com/office/powerpoint/2019/9/main/command">
                <pc:docMk/>
                <pc:sldMk cId="0" sldId="256"/>
                <pc2:cmMk id="{F100D8C4-96B1-4C38-AAF6-FC2EB1149451}"/>
              </pc2:cmMkLst>
            </pc226:cmChg>
            <pc226:cmChg xmlns:pc226="http://schemas.microsoft.com/office/powerpoint/2022/06/main/command" chg="mod">
              <pc226:chgData name="Meyers, Margaret Veselinova" userId="S::veselin@ad.unc.edu::6a5bcee1-dbcb-4177-8210-6218dd2d00ac" providerId="AD" clId="Web-{385B4129-C298-3D2B-98E1-776EDAC91F1D}" dt="2026-10-14T20:19:52.800" v="252" actId="20577"/>
              <pc2:cmMkLst xmlns:pc2="http://schemas.microsoft.com/office/powerpoint/2019/9/main/command">
                <pc:docMk/>
                <pc:sldMk cId="0" sldId="256"/>
                <pc2:cmMk id="{56A535DF-0F5F-44F6-ADBC-AD86DF3A72A2}"/>
              </pc2:cmMkLst>
            </pc226:cmChg>
          </p:ext>
        </pc:extLst>
      </pc:sldChg>
    </pc:docChg>
  </pc:docChgLst>
  <pc:docChgLst>
    <pc:chgData name="Calhoun, Casey Dean" userId="S::cdcalhou@ad.unc.edu::3a9540de-17fc-44b4-8f72-9ea6b82d07e5" providerId="AD" clId="Web-{13391DD2-31F3-7950-ACA6-7923DD4591B3}"/>
    <pc:docChg chg="modSld">
      <pc:chgData name="Calhoun, Casey Dean" userId="S::cdcalhou@ad.unc.edu::3a9540de-17fc-44b4-8f72-9ea6b82d07e5" providerId="AD" clId="Web-{13391DD2-31F3-7950-ACA6-7923DD4591B3}" dt="2026-10-14T21:21:22.757" v="58" actId="20577"/>
      <pc:docMkLst>
        <pc:docMk/>
      </pc:docMkLst>
      <pc:sldChg chg="modSp modCm">
        <pc:chgData name="Calhoun, Casey Dean" userId="S::cdcalhou@ad.unc.edu::3a9540de-17fc-44b4-8f72-9ea6b82d07e5" providerId="AD" clId="Web-{13391DD2-31F3-7950-ACA6-7923DD4591B3}" dt="2026-10-14T21:21:22.757" v="58" actId="20577"/>
        <pc:sldMkLst>
          <pc:docMk/>
          <pc:sldMk cId="0" sldId="256"/>
        </pc:sldMkLst>
        <pc:spChg chg="mod">
          <ac:chgData name="Calhoun, Casey Dean" userId="S::cdcalhou@ad.unc.edu::3a9540de-17fc-44b4-8f72-9ea6b82d07e5" providerId="AD" clId="Web-{13391DD2-31F3-7950-ACA6-7923DD4591B3}" dt="2026-10-14T21:21:22.757" v="58" actId="20577"/>
          <ac:spMkLst>
            <pc:docMk/>
            <pc:sldMk cId="0" sldId="256"/>
            <ac:spMk id="13" creationId="{1615EBA6-4913-FB85-F584-9BF15344BAC6}"/>
          </ac:spMkLst>
        </pc:spChg>
        <pc:spChg chg="mod">
          <ac:chgData name="Calhoun, Casey Dean" userId="S::cdcalhou@ad.unc.edu::3a9540de-17fc-44b4-8f72-9ea6b82d07e5" providerId="AD" clId="Web-{13391DD2-31F3-7950-ACA6-7923DD4591B3}" dt="2026-10-14T21:12:33.148" v="12" actId="20577"/>
          <ac:spMkLst>
            <pc:docMk/>
            <pc:sldMk cId="0" sldId="256"/>
            <ac:spMk id="25" creationId="{00000000-0000-0000-0000-000000000000}"/>
          </ac:spMkLst>
        </pc:spChg>
        <pc:spChg chg="mod">
          <ac:chgData name="Calhoun, Casey Dean" userId="S::cdcalhou@ad.unc.edu::3a9540de-17fc-44b4-8f72-9ea6b82d07e5" providerId="AD" clId="Web-{13391DD2-31F3-7950-ACA6-7923DD4591B3}" dt="2026-10-14T21:12:58.931" v="38" actId="20577"/>
          <ac:spMkLst>
            <pc:docMk/>
            <pc:sldMk cId="0" sldId="256"/>
            <ac:spMk id="64" creationId="{093BA9C9-7B69-4269-0858-0AE6DF1102E4}"/>
          </ac:spMkLst>
        </pc:spChg>
        <pc:spChg chg="mod">
          <ac:chgData name="Calhoun, Casey Dean" userId="S::cdcalhou@ad.unc.edu::3a9540de-17fc-44b4-8f72-9ea6b82d07e5" providerId="AD" clId="Web-{13391DD2-31F3-7950-ACA6-7923DD4591B3}" dt="2026-10-14T21:19:44.677" v="45" actId="20577"/>
          <ac:spMkLst>
            <pc:docMk/>
            <pc:sldMk cId="0" sldId="256"/>
            <ac:spMk id="1826" creationId="{C79730A3-3066-C975-ED2E-FD097B5D4CE3}"/>
          </ac:spMkLst>
        </pc:spChg>
        <pc:extLst>
          <p:ext xmlns:p="http://schemas.openxmlformats.org/presentationml/2006/main" uri="{D6D511B9-2390-475A-947B-AFAB55BFBCF1}">
            <pc226:cmChg xmlns:pc226="http://schemas.microsoft.com/office/powerpoint/2022/06/main/command" chg="mod">
              <pc226:chgData name="Calhoun, Casey Dean" userId="S::cdcalhou@ad.unc.edu::3a9540de-17fc-44b4-8f72-9ea6b82d07e5" providerId="AD" clId="Web-{13391DD2-31F3-7950-ACA6-7923DD4591B3}" dt="2026-10-14T21:19:32.020" v="44" actId="20577"/>
              <pc2:cmMkLst xmlns:pc2="http://schemas.microsoft.com/office/powerpoint/2019/9/main/command">
                <pc:docMk/>
                <pc:sldMk cId="0" sldId="256"/>
                <pc2:cmMk id="{42549D13-45A4-4CB7-8A00-ACCBFAA0041E}"/>
              </pc2:cmMkLst>
            </pc226:cmChg>
            <pc226:cmChg xmlns:pc226="http://schemas.microsoft.com/office/powerpoint/2022/06/main/command" chg="mod">
              <pc226:chgData name="Calhoun, Casey Dean" userId="S::cdcalhou@ad.unc.edu::3a9540de-17fc-44b4-8f72-9ea6b82d07e5" providerId="AD" clId="Web-{13391DD2-31F3-7950-ACA6-7923DD4591B3}" dt="2026-10-14T21:20:36.616" v="57" actId="20577"/>
              <pc2:cmMkLst xmlns:pc2="http://schemas.microsoft.com/office/powerpoint/2019/9/main/command">
                <pc:docMk/>
                <pc:sldMk cId="0" sldId="256"/>
                <pc2:cmMk id="{717EF360-5405-4FAB-B852-A81350FFAF2B}"/>
              </pc2:cmMkLst>
            </pc226:cmChg>
            <pc226:cmChg xmlns:pc226="http://schemas.microsoft.com/office/powerpoint/2022/06/main/command" chg="mod">
              <pc226:chgData name="Calhoun, Casey Dean" userId="S::cdcalhou@ad.unc.edu::3a9540de-17fc-44b4-8f72-9ea6b82d07e5" providerId="AD" clId="Web-{13391DD2-31F3-7950-ACA6-7923DD4591B3}" dt="2026-10-14T21:19:32.020" v="44" actId="20577"/>
              <pc2:cmMkLst xmlns:pc2="http://schemas.microsoft.com/office/powerpoint/2019/9/main/command">
                <pc:docMk/>
                <pc:sldMk cId="0" sldId="256"/>
                <pc2:cmMk id="{8F3E526F-626D-480C-A161-00007C2C0F9A}"/>
              </pc2:cmMkLst>
            </pc226:cmChg>
            <pc226:cmChg xmlns:pc226="http://schemas.microsoft.com/office/powerpoint/2022/06/main/command" chg="mod">
              <pc226:chgData name="Calhoun, Casey Dean" userId="S::cdcalhou@ad.unc.edu::3a9540de-17fc-44b4-8f72-9ea6b82d07e5" providerId="AD" clId="Web-{13391DD2-31F3-7950-ACA6-7923DD4591B3}" dt="2026-10-14T21:19:32.020" v="44" actId="20577"/>
              <pc2:cmMkLst xmlns:pc2="http://schemas.microsoft.com/office/powerpoint/2019/9/main/command">
                <pc:docMk/>
                <pc:sldMk cId="0" sldId="256"/>
                <pc2:cmMk id="{BD68E78E-4C48-4028-B873-13B1C0366AED}"/>
              </pc2:cmMkLst>
            </pc226:cmChg>
            <pc226:cmChg xmlns:pc226="http://schemas.microsoft.com/office/powerpoint/2022/06/main/command" chg="mod">
              <pc226:chgData name="Calhoun, Casey Dean" userId="S::cdcalhou@ad.unc.edu::3a9540de-17fc-44b4-8f72-9ea6b82d07e5" providerId="AD" clId="Web-{13391DD2-31F3-7950-ACA6-7923DD4591B3}" dt="2026-10-14T21:20:36.616" v="57" actId="20577"/>
              <pc2:cmMkLst xmlns:pc2="http://schemas.microsoft.com/office/powerpoint/2019/9/main/command">
                <pc:docMk/>
                <pc:sldMk cId="0" sldId="256"/>
                <pc2:cmMk id="{12A04997-FC58-4D77-9FE4-DC92D32343DF}"/>
              </pc2:cmMkLst>
            </pc226:cmChg>
            <pc226:cmChg xmlns:pc226="http://schemas.microsoft.com/office/powerpoint/2022/06/main/command" chg="mod">
              <pc226:chgData name="Calhoun, Casey Dean" userId="S::cdcalhou@ad.unc.edu::3a9540de-17fc-44b4-8f72-9ea6b82d07e5" providerId="AD" clId="Web-{13391DD2-31F3-7950-ACA6-7923DD4591B3}" dt="2026-10-14T21:19:32.020" v="44" actId="20577"/>
              <pc2:cmMkLst xmlns:pc2="http://schemas.microsoft.com/office/powerpoint/2019/9/main/command">
                <pc:docMk/>
                <pc:sldMk cId="0" sldId="256"/>
                <pc2:cmMk id="{200ED998-3D1D-47B2-85A2-8622BF35236A}"/>
              </pc2:cmMkLst>
            </pc226:cmChg>
            <pc226:cmChg xmlns:pc226="http://schemas.microsoft.com/office/powerpoint/2022/06/main/command" chg="mod">
              <pc226:chgData name="Calhoun, Casey Dean" userId="S::cdcalhou@ad.unc.edu::3a9540de-17fc-44b4-8f72-9ea6b82d07e5" providerId="AD" clId="Web-{13391DD2-31F3-7950-ACA6-7923DD4591B3}" dt="2026-10-14T21:11:51.740" v="11" actId="20577"/>
              <pc2:cmMkLst xmlns:pc2="http://schemas.microsoft.com/office/powerpoint/2019/9/main/command">
                <pc:docMk/>
                <pc:sldMk cId="0" sldId="256"/>
                <pc2:cmMk id="{23ADDAA4-132D-4147-961D-F90507AC1D0A}"/>
              </pc2:cmMkLst>
            </pc226:cmChg>
            <pc226:cmChg xmlns:pc226="http://schemas.microsoft.com/office/powerpoint/2022/06/main/command" chg="mod">
              <pc226:chgData name="Calhoun, Casey Dean" userId="S::cdcalhou@ad.unc.edu::3a9540de-17fc-44b4-8f72-9ea6b82d07e5" providerId="AD" clId="Web-{13391DD2-31F3-7950-ACA6-7923DD4591B3}" dt="2026-10-14T21:20:36.616" v="57" actId="20577"/>
              <pc2:cmMkLst xmlns:pc2="http://schemas.microsoft.com/office/powerpoint/2019/9/main/command">
                <pc:docMk/>
                <pc:sldMk cId="0" sldId="256"/>
                <pc2:cmMk id="{328031C2-8B08-4392-B561-26216BD0029F}"/>
              </pc2:cmMkLst>
            </pc226:cmChg>
          </p:ext>
        </pc:extLst>
      </pc:sldChg>
    </pc:docChg>
  </pc:docChgLst>
  <pc:docChgLst>
    <pc:chgData name="Meyers, Margaret Veselinova" userId="6a5bcee1-dbcb-4177-8210-6218dd2d00ac" providerId="ADAL" clId="{0ED8F70D-1A85-4985-8C78-0BBBA11416A5}"/>
    <pc:docChg chg="undo custSel modSld">
      <pc:chgData name="Meyers, Margaret Veselinova" userId="6a5bcee1-dbcb-4177-8210-6218dd2d00ac" providerId="ADAL" clId="{0ED8F70D-1A85-4985-8C78-0BBBA11416A5}" dt="2026-10-16T00:02:02.974" v="1750" actId="1035"/>
      <pc:docMkLst>
        <pc:docMk/>
      </pc:docMkLst>
      <pc:sldChg chg="modSp mod modCm">
        <pc:chgData name="Meyers, Margaret Veselinova" userId="6a5bcee1-dbcb-4177-8210-6218dd2d00ac" providerId="ADAL" clId="{0ED8F70D-1A85-4985-8C78-0BBBA11416A5}" dt="2026-10-16T00:02:02.974" v="1750" actId="1035"/>
        <pc:sldMkLst>
          <pc:docMk/>
          <pc:sldMk cId="0" sldId="256"/>
        </pc:sldMkLst>
        <pc:spChg chg="mod">
          <ac:chgData name="Meyers, Margaret Veselinova" userId="6a5bcee1-dbcb-4177-8210-6218dd2d00ac" providerId="ADAL" clId="{0ED8F70D-1A85-4985-8C78-0BBBA11416A5}" dt="2026-10-15T23:53:07.481" v="1604" actId="1035"/>
          <ac:spMkLst>
            <pc:docMk/>
            <pc:sldMk cId="0" sldId="256"/>
            <ac:spMk id="4" creationId="{00000000-0000-0000-0000-000000000000}"/>
          </ac:spMkLst>
        </pc:spChg>
        <pc:spChg chg="mod">
          <ac:chgData name="Meyers, Margaret Veselinova" userId="6a5bcee1-dbcb-4177-8210-6218dd2d00ac" providerId="ADAL" clId="{0ED8F70D-1A85-4985-8C78-0BBBA11416A5}" dt="2026-10-15T23:55:11.697" v="1685" actId="1037"/>
          <ac:spMkLst>
            <pc:docMk/>
            <pc:sldMk cId="0" sldId="256"/>
            <ac:spMk id="5" creationId="{AEAF5850-AE2A-4027-B4B2-B7D723B7001C}"/>
          </ac:spMkLst>
        </pc:spChg>
        <pc:spChg chg="mod">
          <ac:chgData name="Meyers, Margaret Veselinova" userId="6a5bcee1-dbcb-4177-8210-6218dd2d00ac" providerId="ADAL" clId="{0ED8F70D-1A85-4985-8C78-0BBBA11416A5}" dt="2026-10-15T23:59:21.384" v="1721" actId="1038"/>
          <ac:spMkLst>
            <pc:docMk/>
            <pc:sldMk cId="0" sldId="256"/>
            <ac:spMk id="9" creationId="{28174A27-3FF3-D735-B7A4-C134F652E0A4}"/>
          </ac:spMkLst>
        </pc:spChg>
        <pc:spChg chg="mod">
          <ac:chgData name="Meyers, Margaret Veselinova" userId="6a5bcee1-dbcb-4177-8210-6218dd2d00ac" providerId="ADAL" clId="{0ED8F70D-1A85-4985-8C78-0BBBA11416A5}" dt="2026-10-16T00:00:38.650" v="1731" actId="1037"/>
          <ac:spMkLst>
            <pc:docMk/>
            <pc:sldMk cId="0" sldId="256"/>
            <ac:spMk id="13" creationId="{1615EBA6-4913-FB85-F584-9BF15344BAC6}"/>
          </ac:spMkLst>
        </pc:spChg>
        <pc:spChg chg="mod">
          <ac:chgData name="Meyers, Margaret Veselinova" userId="6a5bcee1-dbcb-4177-8210-6218dd2d00ac" providerId="ADAL" clId="{0ED8F70D-1A85-4985-8C78-0BBBA11416A5}" dt="2026-10-15T23:57:05.954" v="1694" actId="1038"/>
          <ac:spMkLst>
            <pc:docMk/>
            <pc:sldMk cId="0" sldId="256"/>
            <ac:spMk id="14" creationId="{00000000-0000-0000-0000-000000000000}"/>
          </ac:spMkLst>
        </pc:spChg>
        <pc:spChg chg="mod">
          <ac:chgData name="Meyers, Margaret Veselinova" userId="6a5bcee1-dbcb-4177-8210-6218dd2d00ac" providerId="ADAL" clId="{0ED8F70D-1A85-4985-8C78-0BBBA11416A5}" dt="2026-10-15T23:59:19.600" v="1720" actId="1038"/>
          <ac:spMkLst>
            <pc:docMk/>
            <pc:sldMk cId="0" sldId="256"/>
            <ac:spMk id="25" creationId="{00000000-0000-0000-0000-000000000000}"/>
          </ac:spMkLst>
        </pc:spChg>
        <pc:spChg chg="mod">
          <ac:chgData name="Meyers, Margaret Veselinova" userId="6a5bcee1-dbcb-4177-8210-6218dd2d00ac" providerId="ADAL" clId="{0ED8F70D-1A85-4985-8C78-0BBBA11416A5}" dt="2026-10-16T00:00:54.538" v="1733" actId="1036"/>
          <ac:spMkLst>
            <pc:docMk/>
            <pc:sldMk cId="0" sldId="256"/>
            <ac:spMk id="48" creationId="{00000000-0000-0000-0000-000000000000}"/>
          </ac:spMkLst>
        </pc:spChg>
        <pc:spChg chg="mod">
          <ac:chgData name="Meyers, Margaret Veselinova" userId="6a5bcee1-dbcb-4177-8210-6218dd2d00ac" providerId="ADAL" clId="{0ED8F70D-1A85-4985-8C78-0BBBA11416A5}" dt="2026-10-16T00:01:46.921" v="1746" actId="1035"/>
          <ac:spMkLst>
            <pc:docMk/>
            <pc:sldMk cId="0" sldId="256"/>
            <ac:spMk id="64" creationId="{093BA9C9-7B69-4269-0858-0AE6DF1102E4}"/>
          </ac:spMkLst>
        </pc:spChg>
        <pc:spChg chg="mod">
          <ac:chgData name="Meyers, Margaret Veselinova" userId="6a5bcee1-dbcb-4177-8210-6218dd2d00ac" providerId="ADAL" clId="{0ED8F70D-1A85-4985-8C78-0BBBA11416A5}" dt="2026-10-15T23:57:06.602" v="1695" actId="1038"/>
          <ac:spMkLst>
            <pc:docMk/>
            <pc:sldMk cId="0" sldId="256"/>
            <ac:spMk id="123" creationId="{E5B3430A-EC26-6D55-1489-6F3064278646}"/>
          </ac:spMkLst>
        </pc:spChg>
        <pc:spChg chg="mod">
          <ac:chgData name="Meyers, Margaret Veselinova" userId="6a5bcee1-dbcb-4177-8210-6218dd2d00ac" providerId="ADAL" clId="{0ED8F70D-1A85-4985-8C78-0BBBA11416A5}" dt="2026-10-15T23:57:07.290" v="1696" actId="1038"/>
          <ac:spMkLst>
            <pc:docMk/>
            <pc:sldMk cId="0" sldId="256"/>
            <ac:spMk id="124" creationId="{72C232BF-429E-3C74-1E05-67C51259E7D6}"/>
          </ac:spMkLst>
        </pc:spChg>
        <pc:spChg chg="mod">
          <ac:chgData name="Meyers, Margaret Veselinova" userId="6a5bcee1-dbcb-4177-8210-6218dd2d00ac" providerId="ADAL" clId="{0ED8F70D-1A85-4985-8C78-0BBBA11416A5}" dt="2026-10-16T00:02:02.974" v="1750" actId="1035"/>
          <ac:spMkLst>
            <pc:docMk/>
            <pc:sldMk cId="0" sldId="256"/>
            <ac:spMk id="1826" creationId="{C79730A3-3066-C975-ED2E-FD097B5D4CE3}"/>
          </ac:spMkLst>
        </pc:spChg>
        <pc:spChg chg="mod">
          <ac:chgData name="Meyers, Margaret Veselinova" userId="6a5bcee1-dbcb-4177-8210-6218dd2d00ac" providerId="ADAL" clId="{0ED8F70D-1A85-4985-8C78-0BBBA11416A5}" dt="2026-10-15T23:57:10.563" v="1697" actId="1038"/>
          <ac:spMkLst>
            <pc:docMk/>
            <pc:sldMk cId="0" sldId="256"/>
            <ac:spMk id="1828" creationId="{FBF55035-52F4-C7EE-C4F6-2DE95D6DCB58}"/>
          </ac:spMkLst>
        </pc:spChg>
        <pc:spChg chg="mod">
          <ac:chgData name="Meyers, Margaret Veselinova" userId="6a5bcee1-dbcb-4177-8210-6218dd2d00ac" providerId="ADAL" clId="{0ED8F70D-1A85-4985-8C78-0BBBA11416A5}" dt="2026-10-15T23:59:51.791" v="1726" actId="113"/>
          <ac:spMkLst>
            <pc:docMk/>
            <pc:sldMk cId="0" sldId="256"/>
            <ac:spMk id="1834" creationId="{EB911D45-FAAE-456E-BCF1-692E27E474DB}"/>
          </ac:spMkLst>
        </pc:spChg>
        <pc:spChg chg="mod">
          <ac:chgData name="Meyers, Margaret Veselinova" userId="6a5bcee1-dbcb-4177-8210-6218dd2d00ac" providerId="ADAL" clId="{0ED8F70D-1A85-4985-8C78-0BBBA11416A5}" dt="2026-10-16T00:00:29.913" v="1730" actId="113"/>
          <ac:spMkLst>
            <pc:docMk/>
            <pc:sldMk cId="0" sldId="256"/>
            <ac:spMk id="1836" creationId="{35770D98-50E0-0F6C-7396-79767B9BC565}"/>
          </ac:spMkLst>
        </pc:spChg>
        <pc:spChg chg="mod">
          <ac:chgData name="Meyers, Margaret Veselinova" userId="6a5bcee1-dbcb-4177-8210-6218dd2d00ac" providerId="ADAL" clId="{0ED8F70D-1A85-4985-8C78-0BBBA11416A5}" dt="2026-10-16T00:01:24.770" v="1741" actId="1037"/>
          <ac:spMkLst>
            <pc:docMk/>
            <pc:sldMk cId="0" sldId="256"/>
            <ac:spMk id="1838" creationId="{E1B95F0F-EE1B-E281-EE31-4C9E2F5308C8}"/>
          </ac:spMkLst>
        </pc:spChg>
        <pc:spChg chg="mod">
          <ac:chgData name="Meyers, Margaret Veselinova" userId="6a5bcee1-dbcb-4177-8210-6218dd2d00ac" providerId="ADAL" clId="{0ED8F70D-1A85-4985-8C78-0BBBA11416A5}" dt="2026-10-16T00:01:19.938" v="1736" actId="1076"/>
          <ac:spMkLst>
            <pc:docMk/>
            <pc:sldMk cId="0" sldId="256"/>
            <ac:spMk id="1840" creationId="{764279DF-BDC2-EE09-9DB6-C951F2B3CEC3}"/>
          </ac:spMkLst>
        </pc:spChg>
        <pc:spChg chg="mod">
          <ac:chgData name="Meyers, Margaret Veselinova" userId="6a5bcee1-dbcb-4177-8210-6218dd2d00ac" providerId="ADAL" clId="{0ED8F70D-1A85-4985-8C78-0BBBA11416A5}" dt="2026-10-15T23:54:02.373" v="1678" actId="20577"/>
          <ac:spMkLst>
            <pc:docMk/>
            <pc:sldMk cId="0" sldId="256"/>
            <ac:spMk id="2135" creationId="{C69A4DAA-1916-EF0B-F8F4-87A2E845144F}"/>
          </ac:spMkLst>
        </pc:spChg>
        <pc:grpChg chg="mod">
          <ac:chgData name="Meyers, Margaret Veselinova" userId="6a5bcee1-dbcb-4177-8210-6218dd2d00ac" providerId="ADAL" clId="{0ED8F70D-1A85-4985-8C78-0BBBA11416A5}" dt="2026-10-15T23:56:23.250" v="1692" actId="1035"/>
          <ac:grpSpMkLst>
            <pc:docMk/>
            <pc:sldMk cId="0" sldId="256"/>
            <ac:grpSpMk id="1979" creationId="{88B35E5C-0498-481D-840C-49294FCDB8F0}"/>
          </ac:grpSpMkLst>
        </pc:grpChg>
        <pc:picChg chg="mod">
          <ac:chgData name="Meyers, Margaret Veselinova" userId="6a5bcee1-dbcb-4177-8210-6218dd2d00ac" providerId="ADAL" clId="{0ED8F70D-1A85-4985-8C78-0BBBA11416A5}" dt="2026-10-15T23:55:13.357" v="1686" actId="1037"/>
          <ac:picMkLst>
            <pc:docMk/>
            <pc:sldMk cId="0" sldId="256"/>
            <ac:picMk id="12" creationId="{00000000-0000-0000-0000-000000000000}"/>
          </ac:picMkLst>
        </pc:picChg>
        <pc:picChg chg="mod">
          <ac:chgData name="Meyers, Margaret Veselinova" userId="6a5bcee1-dbcb-4177-8210-6218dd2d00ac" providerId="ADAL" clId="{0ED8F70D-1A85-4985-8C78-0BBBA11416A5}" dt="2026-10-16T00:01:33.217" v="1744" actId="14100"/>
          <ac:picMkLst>
            <pc:docMk/>
            <pc:sldMk cId="0" sldId="256"/>
            <ac:picMk id="1225" creationId="{FD10B472-7E39-710F-1138-B81010DCBDA7}"/>
          </ac:picMkLst>
        </pc:picChg>
        <pc:extLst>
          <p:ext xmlns:p="http://schemas.openxmlformats.org/presentationml/2006/main" uri="{D6D511B9-2390-475A-947B-AFAB55BFBCF1}">
            <pc226:cmChg xmlns:pc226="http://schemas.microsoft.com/office/powerpoint/2022/06/main/command" chg="mod">
              <pc226:chgData name="Meyers, Margaret Veselinova" userId="6a5bcee1-dbcb-4177-8210-6218dd2d00ac" providerId="ADAL" clId="{0ED8F70D-1A85-4985-8C78-0BBBA11416A5}" dt="2026-10-15T15:57:13.550" v="578" actId="20577"/>
              <pc2:cmMkLst xmlns:pc2="http://schemas.microsoft.com/office/powerpoint/2019/9/main/command">
                <pc:docMk/>
                <pc:sldMk cId="0" sldId="256"/>
                <pc2:cmMk id="{BD68E78E-4C48-4028-B873-13B1C0366AED}"/>
              </pc2:cmMkLst>
            </pc226:cmChg>
            <pc226:cmChg xmlns:pc226="http://schemas.microsoft.com/office/powerpoint/2022/06/main/command" chg="mod">
              <pc226:chgData name="Meyers, Margaret Veselinova" userId="6a5bcee1-dbcb-4177-8210-6218dd2d00ac" providerId="ADAL" clId="{0ED8F70D-1A85-4985-8C78-0BBBA11416A5}" dt="2026-10-15T16:35:36.661" v="1436" actId="20577"/>
              <pc2:cmMkLst xmlns:pc2="http://schemas.microsoft.com/office/powerpoint/2019/9/main/command">
                <pc:docMk/>
                <pc:sldMk cId="0" sldId="256"/>
                <pc2:cmMk id="{12A04997-FC58-4D77-9FE4-DC92D32343DF}"/>
              </pc2:cmMkLst>
            </pc226:cmChg>
            <pc226:cmChg xmlns:pc226="http://schemas.microsoft.com/office/powerpoint/2022/06/main/command" chg="mod">
              <pc226:chgData name="Meyers, Margaret Veselinova" userId="6a5bcee1-dbcb-4177-8210-6218dd2d00ac" providerId="ADAL" clId="{0ED8F70D-1A85-4985-8C78-0BBBA11416A5}" dt="2026-10-15T15:57:13.550" v="578" actId="20577"/>
              <pc2:cmMkLst xmlns:pc2="http://schemas.microsoft.com/office/powerpoint/2019/9/main/command">
                <pc:docMk/>
                <pc:sldMk cId="0" sldId="256"/>
                <pc2:cmMk id="{200ED998-3D1D-47B2-85A2-8622BF35236A}"/>
              </pc2:cmMkLst>
            </pc226:cmChg>
          </p:ext>
        </pc:extLst>
      </pc:sldChg>
    </pc:docChg>
  </pc:docChgLst>
  <pc:docChgLst>
    <pc:chgData name="Meyers, Margaret Veselinova" userId="6a5bcee1-dbcb-4177-8210-6218dd2d00ac" providerId="ADAL" clId="{6E758C7A-EE7B-44AA-B356-41E7C374D90C}"/>
    <pc:docChg chg="undo custSel modSld">
      <pc:chgData name="Meyers, Margaret Veselinova" userId="6a5bcee1-dbcb-4177-8210-6218dd2d00ac" providerId="ADAL" clId="{6E758C7A-EE7B-44AA-B356-41E7C374D90C}" dt="2026-10-28T19:10:41.201" v="228"/>
      <pc:docMkLst>
        <pc:docMk/>
      </pc:docMkLst>
      <pc:sldChg chg="addSp delSp modSp mod modCm modNotesTx">
        <pc:chgData name="Meyers, Margaret Veselinova" userId="6a5bcee1-dbcb-4177-8210-6218dd2d00ac" providerId="ADAL" clId="{6E758C7A-EE7B-44AA-B356-41E7C374D90C}" dt="2026-10-28T19:10:41.201" v="228"/>
        <pc:sldMkLst>
          <pc:docMk/>
          <pc:sldMk cId="0" sldId="256"/>
        </pc:sldMkLst>
        <pc:spChg chg="add del mod">
          <ac:chgData name="Meyers, Margaret Veselinova" userId="6a5bcee1-dbcb-4177-8210-6218dd2d00ac" providerId="ADAL" clId="{6E758C7A-EE7B-44AA-B356-41E7C374D90C}" dt="2026-10-15T17:06:08.315" v="34"/>
          <ac:spMkLst>
            <pc:docMk/>
            <pc:sldMk cId="0" sldId="256"/>
            <ac:spMk id="6" creationId="{E363BDF6-B376-A8E9-18EF-E6C32BA28AC5}"/>
          </ac:spMkLst>
        </pc:spChg>
        <pc:spChg chg="mod">
          <ac:chgData name="Meyers, Margaret Veselinova" userId="6a5bcee1-dbcb-4177-8210-6218dd2d00ac" providerId="ADAL" clId="{6E758C7A-EE7B-44AA-B356-41E7C374D90C}" dt="2026-10-15T17:14:28.189" v="157" actId="1035"/>
          <ac:spMkLst>
            <pc:docMk/>
            <pc:sldMk cId="0" sldId="256"/>
            <ac:spMk id="9" creationId="{28174A27-3FF3-D735-B7A4-C134F652E0A4}"/>
          </ac:spMkLst>
        </pc:spChg>
        <pc:spChg chg="mod">
          <ac:chgData name="Meyers, Margaret Veselinova" userId="6a5bcee1-dbcb-4177-8210-6218dd2d00ac" providerId="ADAL" clId="{6E758C7A-EE7B-44AA-B356-41E7C374D90C}" dt="2026-10-15T17:14:35.809" v="161" actId="1036"/>
          <ac:spMkLst>
            <pc:docMk/>
            <pc:sldMk cId="0" sldId="256"/>
            <ac:spMk id="13" creationId="{1615EBA6-4913-FB85-F584-9BF15344BAC6}"/>
          </ac:spMkLst>
        </pc:spChg>
        <pc:spChg chg="mod">
          <ac:chgData name="Meyers, Margaret Veselinova" userId="6a5bcee1-dbcb-4177-8210-6218dd2d00ac" providerId="ADAL" clId="{6E758C7A-EE7B-44AA-B356-41E7C374D90C}" dt="2026-10-15T17:04:36.538" v="3" actId="20577"/>
          <ac:spMkLst>
            <pc:docMk/>
            <pc:sldMk cId="0" sldId="256"/>
            <ac:spMk id="61" creationId="{03404F8B-8B34-99AD-5E30-1D2FF126813B}"/>
          </ac:spMkLst>
        </pc:spChg>
        <pc:spChg chg="mod">
          <ac:chgData name="Meyers, Margaret Veselinova" userId="6a5bcee1-dbcb-4177-8210-6218dd2d00ac" providerId="ADAL" clId="{6E758C7A-EE7B-44AA-B356-41E7C374D90C}" dt="2026-10-15T17:10:00.920" v="116" actId="255"/>
          <ac:spMkLst>
            <pc:docMk/>
            <pc:sldMk cId="0" sldId="256"/>
            <ac:spMk id="64" creationId="{093BA9C9-7B69-4269-0858-0AE6DF1102E4}"/>
          </ac:spMkLst>
        </pc:spChg>
        <pc:spChg chg="mod">
          <ac:chgData name="Meyers, Margaret Veselinova" userId="6a5bcee1-dbcb-4177-8210-6218dd2d00ac" providerId="ADAL" clId="{6E758C7A-EE7B-44AA-B356-41E7C374D90C}" dt="2026-10-15T17:10:15.812" v="155" actId="1036"/>
          <ac:spMkLst>
            <pc:docMk/>
            <pc:sldMk cId="0" sldId="256"/>
            <ac:spMk id="1826" creationId="{C79730A3-3066-C975-ED2E-FD097B5D4CE3}"/>
          </ac:spMkLst>
        </pc:spChg>
        <pc:spChg chg="mod">
          <ac:chgData name="Meyers, Margaret Veselinova" userId="6a5bcee1-dbcb-4177-8210-6218dd2d00ac" providerId="ADAL" clId="{6E758C7A-EE7B-44AA-B356-41E7C374D90C}" dt="2026-10-15T17:10:05.882" v="132" actId="1035"/>
          <ac:spMkLst>
            <pc:docMk/>
            <pc:sldMk cId="0" sldId="256"/>
            <ac:spMk id="1840" creationId="{764279DF-BDC2-EE09-9DB6-C951F2B3CEC3}"/>
          </ac:spMkLst>
        </pc:spChg>
        <pc:picChg chg="add mod modCrop">
          <ac:chgData name="Meyers, Margaret Veselinova" userId="6a5bcee1-dbcb-4177-8210-6218dd2d00ac" providerId="ADAL" clId="{6E758C7A-EE7B-44AA-B356-41E7C374D90C}" dt="2026-10-15T17:05:44.655" v="31" actId="1035"/>
          <ac:picMkLst>
            <pc:docMk/>
            <pc:sldMk cId="0" sldId="256"/>
            <ac:picMk id="3" creationId="{0DA1B943-6CEF-325C-AE33-6C53EA700CFB}"/>
          </ac:picMkLst>
        </pc:picChg>
        <pc:extLst>
          <p:ext xmlns:p="http://schemas.openxmlformats.org/presentationml/2006/main" uri="{D6D511B9-2390-475A-947B-AFAB55BFBCF1}">
            <pc226:cmChg xmlns:pc226="http://schemas.microsoft.com/office/powerpoint/2022/06/main/command" chg="mod">
              <pc226:chgData name="Meyers, Margaret Veselinova" userId="6a5bcee1-dbcb-4177-8210-6218dd2d00ac" providerId="ADAL" clId="{6E758C7A-EE7B-44AA-B356-41E7C374D90C}" dt="2026-10-15T17:09:07.956" v="96" actId="20577"/>
              <pc2:cmMkLst xmlns:pc2="http://schemas.microsoft.com/office/powerpoint/2019/9/main/command">
                <pc:docMk/>
                <pc:sldMk cId="0" sldId="256"/>
                <pc2:cmMk id="{BD68E78E-4C48-4028-B873-13B1C0366AED}"/>
              </pc2:cmMkLst>
            </pc226:cmChg>
            <pc226:cmChg xmlns:pc226="http://schemas.microsoft.com/office/powerpoint/2022/06/main/command" chg="mod">
              <pc226:chgData name="Meyers, Margaret Veselinova" userId="6a5bcee1-dbcb-4177-8210-6218dd2d00ac" providerId="ADAL" clId="{6E758C7A-EE7B-44AA-B356-41E7C374D90C}" dt="2026-10-15T17:08:15.658" v="75" actId="20577"/>
              <pc2:cmMkLst xmlns:pc2="http://schemas.microsoft.com/office/powerpoint/2019/9/main/command">
                <pc:docMk/>
                <pc:sldMk cId="0" sldId="256"/>
                <pc2:cmMk id="{12A04997-FC58-4D77-9FE4-DC92D32343DF}"/>
              </pc2:cmMkLst>
            </pc226:cmChg>
            <pc226:cmChg xmlns:pc226="http://schemas.microsoft.com/office/powerpoint/2022/06/main/command" chg="mod">
              <pc226:chgData name="Meyers, Margaret Veselinova" userId="6a5bcee1-dbcb-4177-8210-6218dd2d00ac" providerId="ADAL" clId="{6E758C7A-EE7B-44AA-B356-41E7C374D90C}" dt="2026-10-15T17:09:07.956" v="96" actId="20577"/>
              <pc2:cmMkLst xmlns:pc2="http://schemas.microsoft.com/office/powerpoint/2019/9/main/command">
                <pc:docMk/>
                <pc:sldMk cId="0" sldId="256"/>
                <pc2:cmMk id="{200ED998-3D1D-47B2-85A2-8622BF35236A}"/>
              </pc2:cmMkLst>
            </pc226:cmChg>
          </p:ext>
        </pc:extLst>
      </pc:sldChg>
    </pc:docChg>
  </pc:docChgLst>
</pc:chgInfo>
</file>

<file path=ppt/comments/modernComment_100_0.xml><?xml version="1.0" encoding="utf-8"?>
<p188:cmLst xmlns:a="http://schemas.openxmlformats.org/drawingml/2006/main" xmlns:r="http://schemas.openxmlformats.org/officeDocument/2006/relationships" xmlns:p188="http://schemas.microsoft.com/office/powerpoint/2018/8/main">
  <p188:cm id="{12A04997-FC58-4D77-9FE4-DC92D32343DF}" authorId="{3AEB641F-29D7-E05F-240D-49067AB1D44C}" status="resolved" created="2026-10-14T16:30:12.679" complete="100000">
    <ac:txMkLst xmlns:ac="http://schemas.microsoft.com/office/drawing/2013/main/command">
      <pc:docMk xmlns:pc="http://schemas.microsoft.com/office/powerpoint/2013/main/command"/>
      <pc:sldMk xmlns:pc="http://schemas.microsoft.com/office/powerpoint/2013/main/command" cId="0" sldId="256"/>
      <ac:spMk id="13" creationId="{1615EBA6-4913-FB85-F584-9BF15344BAC6}"/>
      <ac:txMk cp="422">
        <ac:context len="1467" hash="358205128"/>
      </ac:txMk>
    </ac:txMkLst>
    <p188:pos x="24349752" y="4900773"/>
    <p188:replyLst>
      <p188:reply id="{F86030BD-83B8-45E7-AE8E-45874EA20754}" authorId="{EB74E81A-B8B1-E326-7EDA-94D1FF4E96BB}" created="2026-10-14T18:59:36.709">
        <p188:txBody>
          <a:bodyPr/>
          <a:lstStyle/>
          <a:p>
            <a:r>
              <a:rPr lang="en-US"/>
              <a:t>Will detail the exclusion criteria: at least 10 followers, account creation within the last month at the time of extraction, majority of reposts/posts in English, and at least 5 posts on their profile (not reposts).
As for the selection process, I was not sure how to frame this as an initial "exploratory analysis"; there were more accounts that came from the initial 1-week extraction to identify usernames, but these 78 were part of the first batch that RAs and I had finished coding and discussing and did not get excluded.</a:t>
            </a:r>
          </a:p>
        </p188:txBody>
      </p188:reply>
      <p188:reply id="{85CA0672-B506-4003-AD3C-71E70F88EDF5}" authorId="{3AEB641F-29D7-E05F-240D-49067AB1D44C}" created="2026-10-14T21:18:50.160">
        <p188:txBody>
          <a:bodyPr/>
          <a:lstStyle/>
          <a:p>
            <a:r>
              <a:rPr lang="en-US"/>
              <a:t>[@Meyers, Margaret Veselinova] ah, gotcha. I would say something like "for the current project, a subset of accounts were randomly selected to generate themes and establish initial findings that will inform subsequent analysis." or something like that. Then note in future directions that "while the full set of accounts meeting selection criteria need to be coded, these initial findings highlight the importance of assessing online experiences as standard clinical practice..." (to reiterate that these findings are only from a subset of accounts) </a:t>
            </a:r>
          </a:p>
        </p188:txBody>
      </p188:reply>
    </p188:replyLst>
    <p188:txBody>
      <a:bodyPr/>
      <a:lstStyle/>
      <a:p>
        <a:r>
          <a:rPr lang="en-US"/>
          <a:t>how were they selected?</a:t>
        </a:r>
      </a:p>
    </p188:txBody>
  </p188:cm>
  <p188:cm id="{A018E851-EA73-4164-89D9-5F711CF81309}" authorId="{3AEB641F-29D7-E05F-240D-49067AB1D44C}" status="resolved" created="2026-10-14T16:48:26.996" complete="100000">
    <ac:deMkLst xmlns:ac="http://schemas.microsoft.com/office/drawing/2013/main/command">
      <pc:docMk xmlns:pc="http://schemas.microsoft.com/office/powerpoint/2013/main/command"/>
      <pc:sldMk xmlns:pc="http://schemas.microsoft.com/office/powerpoint/2013/main/command" cId="0" sldId="256"/>
      <ac:spMk id="64" creationId="{093BA9C9-7B69-4269-0858-0AE6DF1102E4}"/>
    </ac:deMkLst>
    <p188:replyLst>
      <p188:reply id="{205BBA7A-B736-42FD-8A66-BE6D5C2FC916}" authorId="{EB74E81A-B8B1-E326-7EDA-94D1FF4E96BB}" created="2026-10-14T18:56:58.288">
        <p188:txBody>
          <a:bodyPr/>
          <a:lstStyle/>
          <a:p>
            <a:r>
              <a:rPr lang="en-US"/>
              <a:t>Good point. Will add this, along with point about content moderation in Discussion</a:t>
            </a:r>
          </a:p>
        </p188:txBody>
      </p188:reply>
      <p188:reply id="{A0AC897E-B257-4EE0-9FC3-A5D780F19B24}" authorId="{3AEB641F-29D7-E05F-240D-49067AB1D44C}" created="2026-10-14T21:13:29.463">
        <p188:txBody>
          <a:bodyPr/>
          <a:lstStyle/>
          <a:p>
            <a:r>
              <a:rPr lang="en-US"/>
              <a:t>[@Meyers, Margaret Veselinova] added "openly disclosed..." to qualify the statement more clearly</a:t>
            </a:r>
          </a:p>
        </p188:txBody>
      </p188:reply>
    </p188:replyLst>
    <p188:txBody>
      <a:bodyPr/>
      <a:lstStyle/>
      <a:p>
        <a:r>
          <a:rPr lang="en-US"/>
          <a:t>Here, or in the center section, I'm wondering if we can note that the if it worthwhile to mention that such editing can help images pass X's content filters</a:t>
        </a:r>
      </a:p>
    </p188:txBody>
  </p188:cm>
  <p188:cm id="{BD68E78E-4C48-4028-B873-13B1C0366AED}" authorId="{3AEB641F-29D7-E05F-240D-49067AB1D44C}" status="resolved" created="2026-10-14T16:50:24.062" complete="100000">
    <ac:txMkLst xmlns:ac="http://schemas.microsoft.com/office/drawing/2013/main/command">
      <pc:docMk xmlns:pc="http://schemas.microsoft.com/office/powerpoint/2013/main/command"/>
      <pc:sldMk xmlns:pc="http://schemas.microsoft.com/office/powerpoint/2013/main/command" cId="0" sldId="256"/>
      <ac:spMk id="1826" creationId="{C79730A3-3066-C975-ED2E-FD097B5D4CE3}"/>
      <ac:txMk cp="480">
        <ac:context len="1429" hash="2815304949"/>
      </ac:txMk>
    </ac:txMkLst>
    <p188:pos x="5208997" y="7428215"/>
    <p188:txBody>
      <a:bodyPr/>
      <a:lstStyle/>
      <a:p>
        <a:r>
          <a:rPr lang="en-US"/>
          <a:t>phrasing needs to be more speculative; e.g., instead of "experienced" say "seemed to experience"</a:t>
        </a:r>
      </a:p>
    </p188:txBody>
  </p188:cm>
  <p188:cm id="{200ED998-3D1D-47B2-85A2-8622BF35236A}" authorId="{3AEB641F-29D7-E05F-240D-49067AB1D44C}" status="resolved" created="2026-10-14T16:52:52.504" complete="100000">
    <ac:txMkLst xmlns:ac="http://schemas.microsoft.com/office/drawing/2013/main/command">
      <pc:docMk xmlns:pc="http://schemas.microsoft.com/office/powerpoint/2013/main/command"/>
      <pc:sldMk xmlns:pc="http://schemas.microsoft.com/office/powerpoint/2013/main/command" cId="0" sldId="256"/>
      <ac:spMk id="1826" creationId="{C79730A3-3066-C975-ED2E-FD097B5D4CE3}"/>
      <ac:txMk cp="899">
        <ac:context len="1429" hash="2815304949"/>
      </ac:txMk>
    </ac:txMkLst>
    <p188:pos x="22346292" y="23794948"/>
    <p188:replyLst>
      <p188:reply id="{8098F623-6809-4BDF-A7A0-44B1F5C93F5C}" authorId="{EB74E81A-B8B1-E326-7EDA-94D1FF4E96BB}" created="2026-10-14T19:10:15.767">
        <p188:txBody>
          <a:bodyPr/>
          <a:lstStyle/>
          <a:p>
            <a:r>
              <a:rPr lang="en-US"/>
              <a:t>Added this as first bullet point in Discussion</a:t>
            </a:r>
          </a:p>
        </p188:txBody>
      </p188:reply>
    </p188:replyLst>
    <p188:txBody>
      <a:bodyPr/>
      <a:lstStyle/>
      <a:p>
        <a:r>
          <a:rPr lang="en-US"/>
          <a:t>Given that this is a poster, you could remove the limitations section and just note at the start of the discussion that this study represents a "snapshot" of user engagement on #shedtwt. Then in the Future Directions section, you could note the need for self-report data to further evaluate individuals' personal experiences of support in the #shedtwt community.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9714100"/>
      </p:ext>
    </p:extLst>
  </p:cSld>
  <p:clrMap bg1="lt1" tx1="dk1" bg2="lt2" tx2="dk2" accent1="accent1" accent2="accent2" accent3="accent3" accent4="accent4" accent5="accent5" accent6="accent6" hlink="hlink" folHlink="folHlink"/>
  <p:notesStyle>
    <a:lvl1pPr marL="0" algn="l" defTabSz="1755648" rtl="0" eaLnBrk="1" latinLnBrk="0" hangingPunct="1">
      <a:defRPr sz="2304" kern="1200">
        <a:solidFill>
          <a:schemeClr val="tx1"/>
        </a:solidFill>
        <a:latin typeface="+mn-lt"/>
        <a:ea typeface="+mn-ea"/>
        <a:cs typeface="+mn-cs"/>
      </a:defRPr>
    </a:lvl1pPr>
    <a:lvl2pPr marL="877824" algn="l" defTabSz="1755648" rtl="0" eaLnBrk="1" latinLnBrk="0" hangingPunct="1">
      <a:defRPr sz="2304" kern="1200">
        <a:solidFill>
          <a:schemeClr val="tx1"/>
        </a:solidFill>
        <a:latin typeface="+mn-lt"/>
        <a:ea typeface="+mn-ea"/>
        <a:cs typeface="+mn-cs"/>
      </a:defRPr>
    </a:lvl2pPr>
    <a:lvl3pPr marL="1755648" algn="l" defTabSz="1755648" rtl="0" eaLnBrk="1" latinLnBrk="0" hangingPunct="1">
      <a:defRPr sz="2304" kern="1200">
        <a:solidFill>
          <a:schemeClr val="tx1"/>
        </a:solidFill>
        <a:latin typeface="+mn-lt"/>
        <a:ea typeface="+mn-ea"/>
        <a:cs typeface="+mn-cs"/>
      </a:defRPr>
    </a:lvl3pPr>
    <a:lvl4pPr marL="2633472" algn="l" defTabSz="1755648" rtl="0" eaLnBrk="1" latinLnBrk="0" hangingPunct="1">
      <a:defRPr sz="2304" kern="1200">
        <a:solidFill>
          <a:schemeClr val="tx1"/>
        </a:solidFill>
        <a:latin typeface="+mn-lt"/>
        <a:ea typeface="+mn-ea"/>
        <a:cs typeface="+mn-cs"/>
      </a:defRPr>
    </a:lvl4pPr>
    <a:lvl5pPr marL="3511296" algn="l" defTabSz="1755648" rtl="0" eaLnBrk="1" latinLnBrk="0" hangingPunct="1">
      <a:defRPr sz="2304" kern="1200">
        <a:solidFill>
          <a:schemeClr val="tx1"/>
        </a:solidFill>
        <a:latin typeface="+mn-lt"/>
        <a:ea typeface="+mn-ea"/>
        <a:cs typeface="+mn-cs"/>
      </a:defRPr>
    </a:lvl5pPr>
    <a:lvl6pPr marL="4389120" algn="l" defTabSz="1755648" rtl="0" eaLnBrk="1" latinLnBrk="0" hangingPunct="1">
      <a:defRPr sz="2304" kern="1200">
        <a:solidFill>
          <a:schemeClr val="tx1"/>
        </a:solidFill>
        <a:latin typeface="+mn-lt"/>
        <a:ea typeface="+mn-ea"/>
        <a:cs typeface="+mn-cs"/>
      </a:defRPr>
    </a:lvl6pPr>
    <a:lvl7pPr marL="5266944" algn="l" defTabSz="1755648" rtl="0" eaLnBrk="1" latinLnBrk="0" hangingPunct="1">
      <a:defRPr sz="2304" kern="1200">
        <a:solidFill>
          <a:schemeClr val="tx1"/>
        </a:solidFill>
        <a:latin typeface="+mn-lt"/>
        <a:ea typeface="+mn-ea"/>
        <a:cs typeface="+mn-cs"/>
      </a:defRPr>
    </a:lvl7pPr>
    <a:lvl8pPr marL="6144768" algn="l" defTabSz="1755648" rtl="0" eaLnBrk="1" latinLnBrk="0" hangingPunct="1">
      <a:defRPr sz="2304" kern="1200">
        <a:solidFill>
          <a:schemeClr val="tx1"/>
        </a:solidFill>
        <a:latin typeface="+mn-lt"/>
        <a:ea typeface="+mn-ea"/>
        <a:cs typeface="+mn-cs"/>
      </a:defRPr>
    </a:lvl8pPr>
    <a:lvl9pPr marL="7022592" algn="l" defTabSz="1755648" rtl="0" eaLnBrk="1" latinLnBrk="0" hangingPunct="1">
      <a:defRPr sz="230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lIns="38661" tIns="19330" rIns="38661" bIns="19330"/>
          <a:lstStyle/>
          <a:p>
            <a:r>
              <a:rPr lang="en-US" dirty="0"/>
              <a:t>GitHub repository with supplementary materials: https://github.com/mvmeyers/AACAP-2026-shedtwt</a:t>
            </a:r>
          </a:p>
        </p:txBody>
      </p:sp>
      <p:sp>
        <p:nvSpPr>
          <p:cNvPr id="4" name="Slide Number Placeholder 3"/>
          <p:cNvSpPr>
            <a:spLocks noGrp="1"/>
          </p:cNvSpPr>
          <p:nvPr>
            <p:ph type="sldNum" sz="quarter" idx="10"/>
          </p:nvPr>
        </p:nvSpPr>
        <p:spPr/>
        <p:txBody>
          <a:bodyPr lIns="38661" tIns="19330" rIns="38661" bIns="19330"/>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8900807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247122529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45700208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7000116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93098283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87927098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757301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29956785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399246611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38265849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54558907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3352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C764DE79-268F-4C1A-8933-263129D2AF90}" type="datetimeFigureOut">
              <a:rPr lang="en-US" smtClean="0"/>
              <a:t>10/28/2026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48F63A3B-78C7-47BE-AE5E-E10140E04643}" type="slidenum">
              <a:rPr lang="en-US" smtClean="0"/>
              <a:t>‹#›</a:t>
            </a:fld>
            <a:endParaRPr lang="en-US"/>
          </a:p>
        </p:txBody>
      </p:sp>
    </p:spTree>
    <p:extLst>
      <p:ext uri="{BB962C8B-B14F-4D97-AF65-F5344CB8AC3E}">
        <p14:creationId xmlns:p14="http://schemas.microsoft.com/office/powerpoint/2010/main" val="1136952415"/>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hf sldNum="0" hdr="0" ftr="0" dt="0"/>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0.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243464" y="-14241"/>
            <a:ext cx="33196420" cy="2900404"/>
          </a:xfrm>
          <a:prstGeom prst="rect">
            <a:avLst/>
          </a:prstGeom>
          <a:noFill/>
          <a:ln/>
        </p:spPr>
        <p:txBody>
          <a:bodyPr wrap="square" lIns="46736" tIns="46736" rIns="46736" bIns="46736" rtlCol="0" anchor="t">
            <a:noAutofit/>
          </a:bodyPr>
          <a:lstStyle/>
          <a:p>
            <a:pPr marL="0" marR="0" indent="0" algn="l">
              <a:spcAft>
                <a:spcPts val="1800"/>
              </a:spcAft>
              <a:buNone/>
            </a:pPr>
            <a:r>
              <a:rPr lang="en-US" sz="8800" b="1" i="0">
                <a:solidFill>
                  <a:srgbClr val="1F2328"/>
                </a:solidFill>
                <a:effectLst/>
                <a:cs typeface="Arial" panose="020B0604020202020204" pitchFamily="34" charset="0"/>
              </a:rPr>
              <a:t>When </a:t>
            </a:r>
            <a:r>
              <a:rPr lang="en-US" sz="8800" b="1" i="0" err="1">
                <a:solidFill>
                  <a:srgbClr val="1F2328"/>
                </a:solidFill>
                <a:effectLst/>
                <a:cs typeface="Arial" panose="020B0604020202020204" pitchFamily="34" charset="0"/>
              </a:rPr>
              <a:t>Nonsuicidal</a:t>
            </a:r>
            <a:r>
              <a:rPr lang="en-US" sz="8800" b="1" i="0">
                <a:solidFill>
                  <a:srgbClr val="1F2328"/>
                </a:solidFill>
                <a:effectLst/>
                <a:cs typeface="Arial" panose="020B0604020202020204" pitchFamily="34" charset="0"/>
              </a:rPr>
              <a:t> Self-Injury Facilitates Social Connection: Adolescent Engagement Within #shedtwt</a:t>
            </a:r>
          </a:p>
        </p:txBody>
      </p:sp>
      <p:pic>
        <p:nvPicPr>
          <p:cNvPr id="12" name="Image 1" descr="preencoded.png"/>
          <p:cNvPicPr>
            <a:picLocks noChangeAspect="1"/>
          </p:cNvPicPr>
          <p:nvPr/>
        </p:nvPicPr>
        <p:blipFill>
          <a:blip r:embed="rId4"/>
          <a:srcRect t="-2" b="-2"/>
          <a:stretch/>
        </p:blipFill>
        <p:spPr>
          <a:xfrm>
            <a:off x="36811732" y="150214"/>
            <a:ext cx="6839508" cy="2122697"/>
          </a:xfrm>
          <a:prstGeom prst="rect">
            <a:avLst/>
          </a:prstGeom>
        </p:spPr>
      </p:pic>
      <p:sp>
        <p:nvSpPr>
          <p:cNvPr id="14" name="Shape 9"/>
          <p:cNvSpPr/>
          <p:nvPr/>
        </p:nvSpPr>
        <p:spPr>
          <a:xfrm>
            <a:off x="194240" y="3474552"/>
            <a:ext cx="10515600" cy="1033968"/>
          </a:xfrm>
          <a:prstGeom prst="roundRect">
            <a:avLst>
              <a:gd name="adj" fmla="val 14634"/>
            </a:avLst>
          </a:prstGeom>
          <a:solidFill>
            <a:srgbClr val="263A59"/>
          </a:solidFill>
          <a:ln/>
        </p:spPr>
        <p:txBody>
          <a:bodyPr/>
          <a:lstStyle/>
          <a:p>
            <a:pPr algn="ctr"/>
            <a:r>
              <a:rPr lang="en-US" sz="6000" b="1">
                <a:solidFill>
                  <a:schemeClr val="bg1"/>
                </a:solidFill>
              </a:rPr>
              <a:t>INTRODUCTION</a:t>
            </a:r>
          </a:p>
        </p:txBody>
      </p:sp>
      <p:sp>
        <p:nvSpPr>
          <p:cNvPr id="25" name="Text 20"/>
          <p:cNvSpPr/>
          <p:nvPr/>
        </p:nvSpPr>
        <p:spPr>
          <a:xfrm>
            <a:off x="285679" y="4681085"/>
            <a:ext cx="10412163" cy="4304058"/>
          </a:xfrm>
          <a:prstGeom prst="rect">
            <a:avLst/>
          </a:prstGeom>
          <a:noFill/>
          <a:ln/>
        </p:spPr>
        <p:txBody>
          <a:bodyPr wrap="square" lIns="46736" tIns="46736" rIns="46736" bIns="46736" rtlCol="0" anchor="t">
            <a:noAutofit/>
          </a:bodyPr>
          <a:lstStyle/>
          <a:p>
            <a:pPr marL="571500" indent="-571500">
              <a:buFont typeface="Arial" panose="020B0604020202020204" pitchFamily="34" charset="0"/>
              <a:buChar char="•"/>
            </a:pPr>
            <a:r>
              <a:rPr lang="en-US" sz="2800"/>
              <a:t>Posts about self-harm (SH) and eating disorders (EDs) have received millions of views on X (formerly Twitter).</a:t>
            </a:r>
            <a:r>
              <a:rPr lang="en-US" sz="2800" baseline="30000"/>
              <a:t>1,2</a:t>
            </a:r>
            <a:endParaRPr lang="en-US" sz="2800">
              <a:ea typeface="Calibri"/>
              <a:cs typeface="Calibri"/>
            </a:endParaRPr>
          </a:p>
          <a:p>
            <a:pPr marL="571500" indent="-571500">
              <a:buFont typeface="Arial" panose="020B0604020202020204" pitchFamily="34" charset="0"/>
              <a:buChar char="•"/>
            </a:pPr>
            <a:r>
              <a:rPr lang="en-US" sz="2800"/>
              <a:t>Adolescents seek out SH and ED communities for “social support” and find can comfort in online interactions due to the perceived importance of peer feedback during adolescence.</a:t>
            </a:r>
            <a:r>
              <a:rPr lang="en-US" sz="2800" baseline="30000"/>
              <a:t>3,4</a:t>
            </a:r>
            <a:endParaRPr lang="en-US" sz="2800">
              <a:ea typeface="Calibri" panose="020F0502020204030204"/>
              <a:cs typeface="Calibri" panose="020F0502020204030204"/>
            </a:endParaRPr>
          </a:p>
          <a:p>
            <a:pPr marL="571500" indent="-571500">
              <a:buFont typeface="Arial" panose="020B0604020202020204" pitchFamily="34" charset="0"/>
              <a:buChar char="•"/>
            </a:pPr>
            <a:r>
              <a:rPr lang="en-US" sz="2800"/>
              <a:t>However, prior work has not considered the impact of a popular SH &amp; ED community on X known as “</a:t>
            </a:r>
            <a:r>
              <a:rPr lang="en-US" sz="2800" dirty="0" err="1"/>
              <a:t>shedtwt</a:t>
            </a:r>
            <a:r>
              <a:rPr lang="en-US" sz="2800"/>
              <a:t>” </a:t>
            </a:r>
            <a:r>
              <a:rPr lang="en-US" sz="2800">
                <a:ea typeface="Source Sans 3"/>
                <a:cs typeface="Arial"/>
              </a:rPr>
              <a:t>(</a:t>
            </a:r>
            <a:r>
              <a:rPr lang="en-US" sz="2800" b="1">
                <a:ea typeface="Source Sans 3"/>
                <a:cs typeface="Arial"/>
              </a:rPr>
              <a:t>S</a:t>
            </a:r>
            <a:r>
              <a:rPr lang="en-US" sz="2800">
                <a:ea typeface="Source Sans 3"/>
                <a:cs typeface="Arial"/>
              </a:rPr>
              <a:t>elf-</a:t>
            </a:r>
            <a:r>
              <a:rPr lang="en-US" sz="2800" b="1">
                <a:ea typeface="Source Sans 3"/>
                <a:cs typeface="Arial"/>
              </a:rPr>
              <a:t>H</a:t>
            </a:r>
            <a:r>
              <a:rPr lang="en-US" sz="2800">
                <a:ea typeface="Source Sans 3"/>
                <a:cs typeface="Arial"/>
              </a:rPr>
              <a:t>arm &amp; </a:t>
            </a:r>
            <a:r>
              <a:rPr lang="en-US" sz="2800" b="1">
                <a:ea typeface="Source Sans 3"/>
                <a:cs typeface="Arial"/>
              </a:rPr>
              <a:t>E</a:t>
            </a:r>
            <a:r>
              <a:rPr lang="en-US" sz="2800">
                <a:ea typeface="Source Sans 3"/>
                <a:cs typeface="Arial"/>
              </a:rPr>
              <a:t>ating </a:t>
            </a:r>
            <a:r>
              <a:rPr lang="en-US" sz="2800" b="1">
                <a:ea typeface="Source Sans 3"/>
                <a:cs typeface="Arial"/>
              </a:rPr>
              <a:t>D</a:t>
            </a:r>
            <a:r>
              <a:rPr lang="en-US" sz="2800">
                <a:ea typeface="Source Sans 3"/>
                <a:cs typeface="Arial"/>
              </a:rPr>
              <a:t>isorder </a:t>
            </a:r>
            <a:r>
              <a:rPr lang="en-US" sz="2800" b="1">
                <a:ea typeface="Source Sans 3"/>
                <a:cs typeface="Arial"/>
              </a:rPr>
              <a:t>Tw</a:t>
            </a:r>
            <a:r>
              <a:rPr lang="en-US" sz="2800">
                <a:ea typeface="Source Sans 3"/>
                <a:cs typeface="Arial"/>
              </a:rPr>
              <a:t>i</a:t>
            </a:r>
            <a:r>
              <a:rPr lang="en-US" sz="2800" b="1">
                <a:ea typeface="Source Sans 3"/>
                <a:cs typeface="Arial"/>
              </a:rPr>
              <a:t>t</a:t>
            </a:r>
            <a:r>
              <a:rPr lang="en-US" sz="2800">
                <a:ea typeface="Source Sans 3"/>
                <a:cs typeface="Arial"/>
              </a:rPr>
              <a:t>ter).</a:t>
            </a:r>
          </a:p>
        </p:txBody>
      </p:sp>
      <p:sp>
        <p:nvSpPr>
          <p:cNvPr id="48" name="Shape 43"/>
          <p:cNvSpPr/>
          <p:nvPr/>
        </p:nvSpPr>
        <p:spPr>
          <a:xfrm>
            <a:off x="10972800" y="3469854"/>
            <a:ext cx="21945600" cy="29487361"/>
          </a:xfrm>
          <a:prstGeom prst="roundRect">
            <a:avLst>
              <a:gd name="adj" fmla="val 1029"/>
            </a:avLst>
          </a:prstGeom>
          <a:solidFill>
            <a:srgbClr val="263A59"/>
          </a:solidFill>
          <a:ln w="19050">
            <a:solidFill>
              <a:srgbClr val="263A59"/>
            </a:solidFill>
            <a:prstDash val="solid"/>
          </a:ln>
        </p:spPr>
        <p:txBody>
          <a:bodyPr/>
          <a:lstStyle/>
          <a:p>
            <a:endParaRPr lang="en-US" sz="6359"/>
          </a:p>
        </p:txBody>
      </p:sp>
      <p:sp>
        <p:nvSpPr>
          <p:cNvPr id="51" name="Text 46"/>
          <p:cNvSpPr/>
          <p:nvPr/>
        </p:nvSpPr>
        <p:spPr>
          <a:xfrm>
            <a:off x="12449975" y="4884975"/>
            <a:ext cx="17580842" cy="8010489"/>
          </a:xfrm>
          <a:prstGeom prst="rect">
            <a:avLst/>
          </a:prstGeom>
          <a:noFill/>
          <a:ln/>
        </p:spPr>
        <p:txBody>
          <a:bodyPr wrap="square" lIns="46736" tIns="46736" rIns="46736" bIns="46736" rtlCol="0" anchor="t">
            <a:noAutofit/>
          </a:bodyPr>
          <a:lstStyle/>
          <a:p>
            <a:pPr algn="ctr"/>
            <a:endParaRPr lang="en-US" sz="10000"/>
          </a:p>
        </p:txBody>
      </p:sp>
      <p:sp>
        <p:nvSpPr>
          <p:cNvPr id="123" name="Shape 9">
            <a:extLst>
              <a:ext uri="{FF2B5EF4-FFF2-40B4-BE49-F238E27FC236}">
                <a16:creationId xmlns:a16="http://schemas.microsoft.com/office/drawing/2014/main" id="{E5B3430A-EC26-6D55-1489-6F3064278646}"/>
              </a:ext>
            </a:extLst>
          </p:cNvPr>
          <p:cNvSpPr/>
          <p:nvPr/>
        </p:nvSpPr>
        <p:spPr>
          <a:xfrm>
            <a:off x="194239" y="8291697"/>
            <a:ext cx="10515600" cy="1033968"/>
          </a:xfrm>
          <a:prstGeom prst="roundRect">
            <a:avLst>
              <a:gd name="adj" fmla="val 14634"/>
            </a:avLst>
          </a:prstGeom>
          <a:solidFill>
            <a:srgbClr val="263A59"/>
          </a:solidFill>
          <a:ln/>
        </p:spPr>
        <p:txBody>
          <a:bodyPr/>
          <a:lstStyle/>
          <a:p>
            <a:pPr algn="ctr"/>
            <a:r>
              <a:rPr lang="en-US" sz="6000" b="1">
                <a:solidFill>
                  <a:schemeClr val="bg1"/>
                </a:solidFill>
              </a:rPr>
              <a:t>OBJECTIVES</a:t>
            </a:r>
          </a:p>
        </p:txBody>
      </p:sp>
      <p:sp>
        <p:nvSpPr>
          <p:cNvPr id="124" name="Shape 9">
            <a:extLst>
              <a:ext uri="{FF2B5EF4-FFF2-40B4-BE49-F238E27FC236}">
                <a16:creationId xmlns:a16="http://schemas.microsoft.com/office/drawing/2014/main" id="{72C232BF-429E-3C74-1E05-67C51259E7D6}"/>
              </a:ext>
            </a:extLst>
          </p:cNvPr>
          <p:cNvSpPr/>
          <p:nvPr/>
        </p:nvSpPr>
        <p:spPr>
          <a:xfrm>
            <a:off x="194239" y="12050156"/>
            <a:ext cx="10515600" cy="1033968"/>
          </a:xfrm>
          <a:prstGeom prst="roundRect">
            <a:avLst>
              <a:gd name="adj" fmla="val 14634"/>
            </a:avLst>
          </a:prstGeom>
          <a:solidFill>
            <a:srgbClr val="263A59"/>
          </a:solidFill>
          <a:ln/>
        </p:spPr>
        <p:txBody>
          <a:bodyPr/>
          <a:lstStyle/>
          <a:p>
            <a:pPr algn="ctr"/>
            <a:r>
              <a:rPr lang="en-US" sz="6000" b="1">
                <a:solidFill>
                  <a:schemeClr val="bg1"/>
                </a:solidFill>
              </a:rPr>
              <a:t>METHODS</a:t>
            </a:r>
          </a:p>
        </p:txBody>
      </p:sp>
      <p:sp>
        <p:nvSpPr>
          <p:cNvPr id="9" name="TextBox 8">
            <a:extLst>
              <a:ext uri="{FF2B5EF4-FFF2-40B4-BE49-F238E27FC236}">
                <a16:creationId xmlns:a16="http://schemas.microsoft.com/office/drawing/2014/main" id="{28174A27-3FF3-D735-B7A4-C134F652E0A4}"/>
              </a:ext>
            </a:extLst>
          </p:cNvPr>
          <p:cNvSpPr txBox="1"/>
          <p:nvPr/>
        </p:nvSpPr>
        <p:spPr>
          <a:xfrm>
            <a:off x="243464" y="9563311"/>
            <a:ext cx="10244816" cy="2246769"/>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800"/>
              <a:t>Examine how</a:t>
            </a:r>
            <a:r>
              <a:rPr lang="en-US" sz="2800" b="1"/>
              <a:t> a user's SH/ED disclosure and social connection are linked</a:t>
            </a:r>
            <a:r>
              <a:rPr lang="en-US" sz="2800"/>
              <a:t> within </a:t>
            </a:r>
            <a:r>
              <a:rPr lang="en-US" sz="2800" dirty="0" err="1"/>
              <a:t>shedtwt</a:t>
            </a:r>
            <a:r>
              <a:rPr lang="en-US" sz="2800"/>
              <a:t> by examining experiences of "social support" using both post- and profile-level content.</a:t>
            </a:r>
          </a:p>
          <a:p>
            <a:pPr marL="457200" indent="-457200">
              <a:buFont typeface="Arial,Sans-Serif" panose="020B0604020202020204" pitchFamily="34" charset="0"/>
              <a:buChar char="•"/>
            </a:pPr>
            <a:r>
              <a:rPr lang="en-US" sz="2800">
                <a:ea typeface="Calibri"/>
                <a:cs typeface="Calibri"/>
              </a:rPr>
              <a:t>Describe how</a:t>
            </a:r>
            <a:r>
              <a:rPr lang="en-US" sz="2800" b="1">
                <a:ea typeface="Calibri"/>
                <a:cs typeface="Calibri"/>
              </a:rPr>
              <a:t> engagement metrics on social media could influence patterns of social interactions.</a:t>
            </a:r>
            <a:endParaRPr lang="en-US" sz="2800">
              <a:ea typeface="Calibri"/>
              <a:cs typeface="Calibri"/>
            </a:endParaRPr>
          </a:p>
        </p:txBody>
      </p:sp>
      <p:sp>
        <p:nvSpPr>
          <p:cNvPr id="16" name="TextBox 15">
            <a:extLst>
              <a:ext uri="{FF2B5EF4-FFF2-40B4-BE49-F238E27FC236}">
                <a16:creationId xmlns:a16="http://schemas.microsoft.com/office/drawing/2014/main" id="{72892DDF-1FBC-5287-28AB-019035139D06}"/>
              </a:ext>
            </a:extLst>
          </p:cNvPr>
          <p:cNvSpPr txBox="1"/>
          <p:nvPr/>
        </p:nvSpPr>
        <p:spPr>
          <a:xfrm>
            <a:off x="243464" y="2660713"/>
            <a:ext cx="9994980" cy="707886"/>
          </a:xfrm>
          <a:prstGeom prst="rect">
            <a:avLst/>
          </a:prstGeom>
          <a:noFill/>
        </p:spPr>
        <p:txBody>
          <a:bodyPr wrap="none" lIns="91440" tIns="45720" rIns="91440" bIns="45720" rtlCol="0" anchor="t">
            <a:spAutoFit/>
          </a:bodyPr>
          <a:lstStyle/>
          <a:p>
            <a:r>
              <a:rPr lang="en-US" sz="4000" b="1">
                <a:solidFill>
                  <a:srgbClr val="1A2A44"/>
                </a:solidFill>
                <a:ea typeface="Source Sans 3"/>
                <a:cs typeface="Source Sans 3" pitchFamily="34" charset="-120"/>
              </a:rPr>
              <a:t>Margaret V. Meyers &amp; Casey D. Calhoun, Ph.D.</a:t>
            </a:r>
            <a:endParaRPr lang="en-US" sz="4000">
              <a:ea typeface="Source Sans 3"/>
            </a:endParaRPr>
          </a:p>
        </p:txBody>
      </p:sp>
      <p:sp>
        <p:nvSpPr>
          <p:cNvPr id="61" name="Shape 5">
            <a:extLst>
              <a:ext uri="{FF2B5EF4-FFF2-40B4-BE49-F238E27FC236}">
                <a16:creationId xmlns:a16="http://schemas.microsoft.com/office/drawing/2014/main" id="{03404F8B-8B34-99AD-5E30-1D2FF126813B}"/>
              </a:ext>
            </a:extLst>
          </p:cNvPr>
          <p:cNvSpPr/>
          <p:nvPr/>
        </p:nvSpPr>
        <p:spPr>
          <a:xfrm>
            <a:off x="33848416" y="150215"/>
            <a:ext cx="2471631" cy="2426994"/>
          </a:xfrm>
          <a:prstGeom prst="roundRect">
            <a:avLst>
              <a:gd name="adj" fmla="val 6667"/>
            </a:avLst>
          </a:prstGeom>
          <a:solidFill>
            <a:srgbClr val="FFFFFF"/>
          </a:solidFill>
          <a:ln w="25400">
            <a:solidFill>
              <a:srgbClr val="13294B"/>
            </a:solidFill>
            <a:prstDash val="solid"/>
          </a:ln>
        </p:spPr>
        <p:txBody>
          <a:bodyPr/>
          <a:lstStyle/>
          <a:p>
            <a:pPr algn="ctr"/>
            <a:endParaRPr lang="en-US"/>
          </a:p>
        </p:txBody>
      </p:sp>
      <p:sp>
        <p:nvSpPr>
          <p:cNvPr id="63" name="TextBox 62">
            <a:extLst>
              <a:ext uri="{FF2B5EF4-FFF2-40B4-BE49-F238E27FC236}">
                <a16:creationId xmlns:a16="http://schemas.microsoft.com/office/drawing/2014/main" id="{F021A6A8-58F6-9FD9-773B-A0978BFFAC38}"/>
              </a:ext>
            </a:extLst>
          </p:cNvPr>
          <p:cNvSpPr txBox="1"/>
          <p:nvPr/>
        </p:nvSpPr>
        <p:spPr>
          <a:xfrm>
            <a:off x="32803031" y="2668802"/>
            <a:ext cx="4562400" cy="820546"/>
          </a:xfrm>
          <a:prstGeom prst="rect">
            <a:avLst/>
          </a:prstGeom>
          <a:noFill/>
        </p:spPr>
        <p:txBody>
          <a:bodyPr wrap="square">
            <a:spAutoFit/>
          </a:bodyPr>
          <a:lstStyle/>
          <a:p>
            <a:pPr marL="0" indent="0" algn="ctr">
              <a:lnSpc>
                <a:spcPct val="84000"/>
              </a:lnSpc>
              <a:buNone/>
            </a:pPr>
            <a:r>
              <a:rPr lang="en-US" sz="2800">
                <a:ea typeface="Source Sans 3" pitchFamily="34" charset="-122"/>
                <a:cs typeface="Source Sans 3" pitchFamily="34" charset="-120"/>
              </a:rPr>
              <a:t>Scan for Supplementary Materials on GitHub</a:t>
            </a:r>
            <a:endParaRPr lang="en-US" sz="2800"/>
          </a:p>
        </p:txBody>
      </p:sp>
      <p:sp>
        <p:nvSpPr>
          <p:cNvPr id="5" name="TextBox 4">
            <a:extLst>
              <a:ext uri="{FF2B5EF4-FFF2-40B4-BE49-F238E27FC236}">
                <a16:creationId xmlns:a16="http://schemas.microsoft.com/office/drawing/2014/main" id="{AEAF5850-AE2A-4027-B4B2-B7D723B7001C}"/>
              </a:ext>
            </a:extLst>
          </p:cNvPr>
          <p:cNvSpPr txBox="1"/>
          <p:nvPr/>
        </p:nvSpPr>
        <p:spPr>
          <a:xfrm>
            <a:off x="39764031" y="2509877"/>
            <a:ext cx="3902059" cy="820546"/>
          </a:xfrm>
          <a:prstGeom prst="rect">
            <a:avLst/>
          </a:prstGeom>
          <a:noFill/>
        </p:spPr>
        <p:txBody>
          <a:bodyPr wrap="square">
            <a:spAutoFit/>
          </a:bodyPr>
          <a:lstStyle/>
          <a:p>
            <a:pPr marL="0" indent="0" algn="ctr">
              <a:lnSpc>
                <a:spcPct val="84000"/>
              </a:lnSpc>
              <a:buNone/>
            </a:pPr>
            <a:r>
              <a:rPr lang="en-US" sz="2800" b="1">
                <a:ea typeface="Source Sans 3" pitchFamily="34" charset="-122"/>
                <a:cs typeface="Source Sans 3" pitchFamily="34" charset="-120"/>
              </a:rPr>
              <a:t>Margaret </a:t>
            </a:r>
            <a:r>
              <a:rPr lang="en-US" sz="2800" b="1" dirty="0">
                <a:ea typeface="Source Sans 3" pitchFamily="34" charset="-122"/>
                <a:cs typeface="Source Sans 3" pitchFamily="34" charset="-120"/>
              </a:rPr>
              <a:t>V. </a:t>
            </a:r>
            <a:r>
              <a:rPr lang="en-US" sz="2800" b="1">
                <a:ea typeface="Source Sans 3" pitchFamily="34" charset="-122"/>
                <a:cs typeface="Source Sans 3" pitchFamily="34" charset="-120"/>
              </a:rPr>
              <a:t>Meyers has no disclosures to report.</a:t>
            </a:r>
            <a:endParaRPr lang="en-US" sz="2800" b="1"/>
          </a:p>
        </p:txBody>
      </p:sp>
      <p:sp>
        <p:nvSpPr>
          <p:cNvPr id="8" name="Text 46">
            <a:extLst>
              <a:ext uri="{FF2B5EF4-FFF2-40B4-BE49-F238E27FC236}">
                <a16:creationId xmlns:a16="http://schemas.microsoft.com/office/drawing/2014/main" id="{EA0F9E31-CAE6-A0B0-6A7A-EB9431FF6B51}"/>
              </a:ext>
            </a:extLst>
          </p:cNvPr>
          <p:cNvSpPr/>
          <p:nvPr/>
        </p:nvSpPr>
        <p:spPr>
          <a:xfrm>
            <a:off x="12271248" y="4424039"/>
            <a:ext cx="19348704" cy="5914910"/>
          </a:xfrm>
          <a:prstGeom prst="rect">
            <a:avLst/>
          </a:prstGeom>
          <a:noFill/>
          <a:ln/>
        </p:spPr>
        <p:txBody>
          <a:bodyPr wrap="square" lIns="46736" tIns="46736" rIns="46736" bIns="46736" rtlCol="0" anchor="t">
            <a:noAutofit/>
          </a:bodyPr>
          <a:lstStyle/>
          <a:p>
            <a:pPr algn="ctr"/>
            <a:r>
              <a:rPr lang="en-US" sz="9100">
                <a:solidFill>
                  <a:schemeClr val="bg1"/>
                </a:solidFill>
              </a:rPr>
              <a:t>Adolescent users framed a community discussing self-harm and eating disorders as supportive, </a:t>
            </a:r>
            <a:r>
              <a:rPr lang="en-US" sz="9100" b="1">
                <a:solidFill>
                  <a:schemeClr val="bg1"/>
                </a:solidFill>
              </a:rPr>
              <a:t>but these supportive behaviors may promote risk.</a:t>
            </a:r>
          </a:p>
        </p:txBody>
      </p:sp>
      <p:sp>
        <p:nvSpPr>
          <p:cNvPr id="13" name="TextBox 12">
            <a:extLst>
              <a:ext uri="{FF2B5EF4-FFF2-40B4-BE49-F238E27FC236}">
                <a16:creationId xmlns:a16="http://schemas.microsoft.com/office/drawing/2014/main" id="{1615EBA6-4913-FB85-F584-9BF15344BAC6}"/>
              </a:ext>
            </a:extLst>
          </p:cNvPr>
          <p:cNvSpPr txBox="1"/>
          <p:nvPr/>
        </p:nvSpPr>
        <p:spPr>
          <a:xfrm>
            <a:off x="222765" y="13187707"/>
            <a:ext cx="10472822" cy="14288527"/>
          </a:xfrm>
          <a:prstGeom prst="rect">
            <a:avLst/>
          </a:prstGeom>
          <a:noFill/>
        </p:spPr>
        <p:txBody>
          <a:bodyPr wrap="square" lIns="91440" tIns="45720" rIns="91440" bIns="45720" anchor="t">
            <a:spAutoFit/>
          </a:bodyPr>
          <a:lstStyle/>
          <a:p>
            <a:pPr marR="0" lvl="0" algn="l"/>
            <a:r>
              <a:rPr lang="en-US" sz="2800" b="1" i="0">
                <a:effectLst/>
              </a:rPr>
              <a:t>Extraction &amp; Selection</a:t>
            </a:r>
            <a:endParaRPr lang="en-US" sz="2800" b="1" i="0">
              <a:effectLst/>
              <a:ea typeface="Calibri"/>
              <a:cs typeface="Calibri"/>
            </a:endParaRPr>
          </a:p>
          <a:p>
            <a:pPr marL="800100" lvl="1" indent="-342900">
              <a:buFont typeface="Arial" panose="020B0604020202020204" pitchFamily="34" charset="0"/>
              <a:buChar char="•"/>
            </a:pPr>
            <a:r>
              <a:rPr lang="en-US" sz="2800"/>
              <a:t>All p</a:t>
            </a:r>
            <a:r>
              <a:rPr lang="en-US" sz="2800" i="0">
                <a:effectLst/>
              </a:rPr>
              <a:t>ublic </a:t>
            </a:r>
            <a:r>
              <a:rPr lang="en-US" sz="2800" b="0" i="0">
                <a:effectLst/>
              </a:rPr>
              <a:t>X posts with “#</a:t>
            </a:r>
            <a:r>
              <a:rPr lang="en-US" sz="2800" b="0" i="0" dirty="0" err="1">
                <a:effectLst/>
              </a:rPr>
              <a:t>shedtwt</a:t>
            </a:r>
            <a:r>
              <a:rPr lang="en-US" sz="2800" b="0" i="0">
                <a:effectLst/>
              </a:rPr>
              <a:t>” were extracted over 1 week</a:t>
            </a:r>
            <a:r>
              <a:rPr lang="en-US" sz="2800"/>
              <a:t> to find accounts identifying as a </a:t>
            </a:r>
            <a:r>
              <a:rPr lang="en-US" sz="2800" dirty="0" err="1"/>
              <a:t>shedtwt</a:t>
            </a:r>
            <a:r>
              <a:rPr lang="en-US" sz="2800"/>
              <a:t> member</a:t>
            </a:r>
            <a:r>
              <a:rPr lang="en-US" sz="2800" i="1"/>
              <a:t>.</a:t>
            </a:r>
            <a:r>
              <a:rPr lang="en-US" sz="2800"/>
              <a:t> Accounts with at least 10 followers, 5 posts, mostly English-speaking, and that were at least one month old were eligible for the coding process.</a:t>
            </a:r>
            <a:endParaRPr lang="en-US" sz="2800" dirty="0">
              <a:ea typeface="Calibri"/>
              <a:cs typeface="Calibri"/>
            </a:endParaRPr>
          </a:p>
          <a:p>
            <a:pPr marL="800100" lvl="1" indent="-342900">
              <a:buFont typeface="Arial" panose="020B0604020202020204" pitchFamily="34" charset="0"/>
              <a:buChar char="•"/>
            </a:pPr>
            <a:r>
              <a:rPr lang="en-US" sz="2800">
                <a:ea typeface="Calibri"/>
                <a:cs typeface="Calibri"/>
              </a:rPr>
              <a:t>The current project selected a random subset of accounts to generate initial themes and findings to inform later analysis.</a:t>
            </a:r>
            <a:endParaRPr lang="en-US" sz="2800" b="0">
              <a:effectLst/>
              <a:ea typeface="Calibri"/>
              <a:cs typeface="Calibri"/>
            </a:endParaRPr>
          </a:p>
          <a:p>
            <a:pPr marL="800100" lvl="1" indent="-342900">
              <a:buFont typeface="Arial" panose="020B0604020202020204" pitchFamily="34" charset="0"/>
              <a:buChar char="•"/>
            </a:pPr>
            <a:r>
              <a:rPr lang="en-US" sz="2800" b="0" i="0">
                <a:effectLst/>
              </a:rPr>
              <a:t>78 accounts</a:t>
            </a:r>
            <a:r>
              <a:rPr lang="en-US" sz="2800"/>
              <a:t> were selected.</a:t>
            </a:r>
            <a:r>
              <a:rPr lang="en-US" sz="2800" b="0" i="0">
                <a:effectLst/>
              </a:rPr>
              <a:t> 74 had X timeline data from the following 2-week period</a:t>
            </a:r>
            <a:r>
              <a:rPr lang="en-US" sz="2800"/>
              <a:t>. Users that only had reposts and replies</a:t>
            </a:r>
            <a:r>
              <a:rPr lang="en-US" sz="2800">
                <a:effectLst/>
              </a:rPr>
              <a:t> were removed, leaving </a:t>
            </a:r>
            <a:r>
              <a:rPr lang="en-US" sz="2800" b="1">
                <a:effectLst/>
              </a:rPr>
              <a:t>4,590</a:t>
            </a:r>
            <a:r>
              <a:rPr lang="en-US" sz="2800">
                <a:effectLst/>
              </a:rPr>
              <a:t> </a:t>
            </a:r>
            <a:r>
              <a:rPr lang="en-US" sz="2800" b="1">
                <a:effectLst/>
              </a:rPr>
              <a:t>original posts from 72 users.</a:t>
            </a:r>
            <a:endParaRPr lang="en-US" sz="2800" b="1">
              <a:effectLst/>
              <a:ea typeface="Calibri"/>
              <a:cs typeface="Calibri"/>
            </a:endParaRPr>
          </a:p>
          <a:p>
            <a:pPr marL="0" lvl="1"/>
            <a:endParaRPr lang="en-US" b="1" dirty="0"/>
          </a:p>
          <a:p>
            <a:pPr marL="0" lvl="1"/>
            <a:r>
              <a:rPr lang="en-US" sz="2800" b="1" i="0">
                <a:effectLst/>
              </a:rPr>
              <a:t>Thematic Analysis</a:t>
            </a:r>
            <a:endParaRPr lang="en-US" sz="2800" b="0" i="0">
              <a:effectLst/>
              <a:ea typeface="Calibri"/>
              <a:cs typeface="Calibri"/>
            </a:endParaRPr>
          </a:p>
          <a:p>
            <a:pPr marL="742950" lvl="1" indent="-285750">
              <a:spcBef>
                <a:spcPts val="300"/>
              </a:spcBef>
              <a:buFont typeface="Arial" panose="020B0604020202020204" pitchFamily="34" charset="0"/>
              <a:buChar char="•"/>
            </a:pPr>
            <a:r>
              <a:rPr lang="en-US" sz="2800" b="0" i="0">
                <a:effectLst/>
              </a:rPr>
              <a:t>Data-driven coding followed Braun &amp; Clarke’s six steps for thematic analysis.</a:t>
            </a:r>
            <a:r>
              <a:rPr lang="en-US" sz="2800" b="0" i="0" baseline="30000">
                <a:effectLst/>
              </a:rPr>
              <a:t>5 </a:t>
            </a:r>
            <a:r>
              <a:rPr lang="en-US" sz="2800"/>
              <a:t>Themes were revised iteratively.</a:t>
            </a:r>
          </a:p>
          <a:p>
            <a:pPr marL="742950" lvl="1" indent="-285750">
              <a:spcBef>
                <a:spcPts val="300"/>
              </a:spcBef>
              <a:buFont typeface="Arial" panose="020B0604020202020204" pitchFamily="34" charset="0"/>
              <a:buChar char="•"/>
            </a:pPr>
            <a:r>
              <a:rPr lang="en-US" sz="2800" b="0" i="0">
                <a:effectLst/>
              </a:rPr>
              <a:t>Coders kept a shared glossary of community language</a:t>
            </a:r>
            <a:r>
              <a:rPr lang="en-US" sz="2800"/>
              <a:t>, common profile aesthetics, mental health-related media interests, and types of photos posted about SH and ED (e.g., pictures of cuts or “bodychecks”).</a:t>
            </a:r>
            <a:endParaRPr lang="en-US" sz="2800" dirty="0">
              <a:ea typeface="Calibri"/>
              <a:cs typeface="Calibri"/>
            </a:endParaRPr>
          </a:p>
          <a:p>
            <a:pPr marL="742950" lvl="1" indent="-285750">
              <a:spcBef>
                <a:spcPts val="300"/>
              </a:spcBef>
              <a:buFont typeface="Arial" panose="020B0604020202020204" pitchFamily="34" charset="0"/>
              <a:buChar char="•"/>
            </a:pPr>
            <a:endParaRPr lang="en-US" dirty="0"/>
          </a:p>
          <a:p>
            <a:pPr marR="0" lvl="0" algn="l"/>
            <a:r>
              <a:rPr lang="en-US" sz="2800" b="1" i="0">
                <a:effectLst/>
              </a:rPr>
              <a:t>Engagement Analysis</a:t>
            </a:r>
            <a:endParaRPr lang="en-US" sz="2800" b="0" i="0">
              <a:effectLst/>
              <a:ea typeface="Calibri"/>
              <a:cs typeface="Calibri"/>
            </a:endParaRPr>
          </a:p>
          <a:p>
            <a:pPr marL="742950" lvl="1" indent="-285750">
              <a:spcBef>
                <a:spcPts val="300"/>
              </a:spcBef>
              <a:buFont typeface="Arial" panose="020B0604020202020204" pitchFamily="34" charset="0"/>
              <a:buChar char="•"/>
            </a:pPr>
            <a:r>
              <a:rPr lang="en-US" sz="2800"/>
              <a:t>Posts were hand-coded as involving the user's SH/ED photos to compare engagement counts between SH/ED photos and all other posts the user had.</a:t>
            </a:r>
            <a:endParaRPr lang="en-US" sz="2800">
              <a:ea typeface="Calibri"/>
              <a:cs typeface="Calibri"/>
            </a:endParaRPr>
          </a:p>
          <a:p>
            <a:pPr marL="742950" lvl="1" indent="-285750">
              <a:spcBef>
                <a:spcPts val="300"/>
              </a:spcBef>
              <a:buFont typeface="Arial,Sans-Serif" panose="020B0604020202020204" pitchFamily="34" charset="0"/>
              <a:buChar char="•"/>
            </a:pPr>
            <a:r>
              <a:rPr lang="en-US" sz="2800">
                <a:ea typeface="Calibri"/>
                <a:cs typeface="Calibri"/>
              </a:rPr>
              <a:t>45 accounts had at least 3 SH/ED photos and non-disclosure posts to compare. </a:t>
            </a:r>
            <a:r>
              <a:rPr lang="en-US" sz="2800"/>
              <a:t>2 accounts that only posted SH were not included in engagement analyses.</a:t>
            </a:r>
            <a:endParaRPr lang="en-US" sz="2800">
              <a:ea typeface="Calibri"/>
              <a:cs typeface="Calibri"/>
            </a:endParaRPr>
          </a:p>
          <a:p>
            <a:pPr marL="742950" lvl="1" indent="-285750">
              <a:spcBef>
                <a:spcPts val="300"/>
              </a:spcBef>
              <a:buFont typeface="Arial,Sans-Serif" panose="020B0604020202020204" pitchFamily="34" charset="0"/>
              <a:buChar char="•"/>
            </a:pPr>
            <a:r>
              <a:rPr lang="en-US" sz="2800"/>
              <a:t>All posts mentioning "looking for mutuals" were excluded, since these posts deliberately look for engagement.</a:t>
            </a:r>
            <a:endParaRPr lang="en-US" sz="2800">
              <a:ea typeface="Calibri"/>
              <a:cs typeface="Calibri"/>
            </a:endParaRPr>
          </a:p>
          <a:p>
            <a:pPr marL="742950" lvl="1" indent="-285750">
              <a:spcBef>
                <a:spcPts val="300"/>
              </a:spcBef>
              <a:buFont typeface="Arial,Sans-Serif" panose="020B0604020202020204" pitchFamily="34" charset="0"/>
              <a:buChar char="•"/>
            </a:pPr>
            <a:r>
              <a:rPr lang="en-US" sz="2800">
                <a:ea typeface="Calibri"/>
                <a:cs typeface="Calibri"/>
              </a:rPr>
              <a:t>Paired Wilcoxon signed-rank tests were used to compare views, likes, replies and reposts; </a:t>
            </a:r>
            <a:r>
              <a:rPr lang="en-US" sz="2800" i="1">
                <a:ea typeface="Calibri"/>
                <a:cs typeface="Calibri"/>
              </a:rPr>
              <a:t>p-</a:t>
            </a:r>
            <a:r>
              <a:rPr lang="en-US" sz="2800">
                <a:ea typeface="Calibri"/>
                <a:cs typeface="Calibri"/>
              </a:rPr>
              <a:t>values were Holm corrected.</a:t>
            </a:r>
          </a:p>
          <a:p>
            <a:pPr marL="742950" lvl="1" indent="-285750">
              <a:spcBef>
                <a:spcPts val="300"/>
              </a:spcBef>
              <a:buFont typeface="Arial,Sans-Serif" panose="020B0604020202020204" pitchFamily="34" charset="0"/>
              <a:buChar char="•"/>
            </a:pPr>
            <a:endParaRPr lang="en-US" sz="3200">
              <a:ea typeface="Calibri"/>
              <a:cs typeface="Calibri"/>
            </a:endParaRPr>
          </a:p>
          <a:p>
            <a:pPr marL="742950" lvl="1" indent="-285750">
              <a:spcBef>
                <a:spcPts val="300"/>
              </a:spcBef>
              <a:buFont typeface="Arial,Sans-Serif" panose="020B0604020202020204" pitchFamily="34" charset="0"/>
              <a:buChar char="•"/>
            </a:pPr>
            <a:endParaRPr lang="en-US" sz="2800">
              <a:ea typeface="Calibri"/>
              <a:cs typeface="Calibri"/>
            </a:endParaRPr>
          </a:p>
        </p:txBody>
      </p:sp>
      <p:sp>
        <p:nvSpPr>
          <p:cNvPr id="1239" name="Shape 9">
            <a:extLst>
              <a:ext uri="{FF2B5EF4-FFF2-40B4-BE49-F238E27FC236}">
                <a16:creationId xmlns:a16="http://schemas.microsoft.com/office/drawing/2014/main" id="{BF6FAC37-08E3-93BB-3A37-BFDFCD5FC294}"/>
              </a:ext>
            </a:extLst>
          </p:cNvPr>
          <p:cNvSpPr/>
          <p:nvPr/>
        </p:nvSpPr>
        <p:spPr>
          <a:xfrm>
            <a:off x="33227080" y="3469854"/>
            <a:ext cx="10515600" cy="1033968"/>
          </a:xfrm>
          <a:prstGeom prst="roundRect">
            <a:avLst>
              <a:gd name="adj" fmla="val 14634"/>
            </a:avLst>
          </a:prstGeom>
          <a:solidFill>
            <a:srgbClr val="263A59"/>
          </a:solidFill>
          <a:ln/>
        </p:spPr>
        <p:txBody>
          <a:bodyPr/>
          <a:lstStyle/>
          <a:p>
            <a:pPr algn="ctr"/>
            <a:r>
              <a:rPr lang="en-US" sz="6000" b="1">
                <a:solidFill>
                  <a:schemeClr val="bg1"/>
                </a:solidFill>
              </a:rPr>
              <a:t>RESULTS</a:t>
            </a:r>
          </a:p>
        </p:txBody>
      </p:sp>
      <p:sp>
        <p:nvSpPr>
          <p:cNvPr id="1818" name="Text 59">
            <a:extLst>
              <a:ext uri="{FF2B5EF4-FFF2-40B4-BE49-F238E27FC236}">
                <a16:creationId xmlns:a16="http://schemas.microsoft.com/office/drawing/2014/main" id="{470C1F9B-7994-A436-3C79-484C5957D3BD}"/>
              </a:ext>
            </a:extLst>
          </p:cNvPr>
          <p:cNvSpPr/>
          <p:nvPr/>
        </p:nvSpPr>
        <p:spPr>
          <a:xfrm>
            <a:off x="12307824" y="32118117"/>
            <a:ext cx="18338966" cy="1801924"/>
          </a:xfrm>
          <a:prstGeom prst="rect">
            <a:avLst/>
          </a:prstGeom>
          <a:noFill/>
          <a:ln/>
        </p:spPr>
        <p:txBody>
          <a:bodyPr wrap="square" lIns="46736" tIns="46736" rIns="46736" bIns="46736" rtlCol="0" anchor="t">
            <a:noAutofit/>
          </a:bodyPr>
          <a:lstStyle/>
          <a:p>
            <a:r>
              <a:rPr lang="en-US" sz="2900" b="1">
                <a:solidFill>
                  <a:schemeClr val="bg1"/>
                </a:solidFill>
                <a:ea typeface="Archivo" pitchFamily="34" charset="-122"/>
                <a:cs typeface="Archivo" pitchFamily="34" charset="-120"/>
              </a:rPr>
              <a:t>FIGURE 1. </a:t>
            </a:r>
            <a:r>
              <a:rPr lang="en-US" sz="2900" b="1" i="1">
                <a:solidFill>
                  <a:schemeClr val="bg1"/>
                </a:solidFill>
                <a:ea typeface="Archivo" pitchFamily="34" charset="-122"/>
                <a:cs typeface="Archivo" pitchFamily="34" charset="-120"/>
              </a:rPr>
              <a:t>Three themes of social support found across shedtwt. </a:t>
            </a:r>
            <a:r>
              <a:rPr lang="en-US" sz="2900" b="1" i="1">
                <a:solidFill>
                  <a:schemeClr val="bg1"/>
                </a:solidFill>
              </a:rPr>
              <a:t>All user examples are paraphrased and de-identified.</a:t>
            </a:r>
          </a:p>
          <a:p>
            <a:r>
              <a:rPr lang="en-US" sz="3200" b="1">
                <a:solidFill>
                  <a:schemeClr val="bg1"/>
                </a:solidFill>
                <a:ea typeface="Archivo" pitchFamily="34" charset="-122"/>
                <a:cs typeface="Archivo" pitchFamily="34" charset="-120"/>
              </a:rPr>
              <a:t> </a:t>
            </a:r>
            <a:endParaRPr lang="en-US" sz="3200" i="1">
              <a:solidFill>
                <a:schemeClr val="bg1"/>
              </a:solidFill>
            </a:endParaRPr>
          </a:p>
        </p:txBody>
      </p:sp>
      <p:sp>
        <p:nvSpPr>
          <p:cNvPr id="1826" name="TextBox 1825">
            <a:extLst>
              <a:ext uri="{FF2B5EF4-FFF2-40B4-BE49-F238E27FC236}">
                <a16:creationId xmlns:a16="http://schemas.microsoft.com/office/drawing/2014/main" id="{C79730A3-3066-C975-ED2E-FD097B5D4CE3}"/>
              </a:ext>
            </a:extLst>
          </p:cNvPr>
          <p:cNvSpPr txBox="1"/>
          <p:nvPr/>
        </p:nvSpPr>
        <p:spPr>
          <a:xfrm>
            <a:off x="33168797" y="21300784"/>
            <a:ext cx="10515599" cy="11726287"/>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800">
                <a:solidFill>
                  <a:srgbClr val="14202E"/>
                </a:solidFill>
                <a:ea typeface="Calibri"/>
                <a:cs typeface="Calibri"/>
              </a:rPr>
              <a:t>This study represented an initial overview of user engagement and social support on </a:t>
            </a:r>
            <a:r>
              <a:rPr lang="en-US" sz="2800" dirty="0" err="1">
                <a:solidFill>
                  <a:srgbClr val="14202E"/>
                </a:solidFill>
                <a:ea typeface="Calibri"/>
                <a:cs typeface="Calibri"/>
              </a:rPr>
              <a:t>shedtwt</a:t>
            </a:r>
            <a:r>
              <a:rPr lang="en-US" sz="2800">
                <a:solidFill>
                  <a:srgbClr val="14202E"/>
                </a:solidFill>
                <a:ea typeface="Calibri"/>
                <a:cs typeface="Calibri"/>
              </a:rPr>
              <a:t>.</a:t>
            </a:r>
            <a:endParaRPr lang="en-US" sz="2800">
              <a:solidFill>
                <a:srgbClr val="14202E"/>
              </a:solidFill>
            </a:endParaRPr>
          </a:p>
          <a:p>
            <a:pPr marL="457200" indent="-457200">
              <a:buFont typeface="Arial" panose="020B0604020202020204" pitchFamily="34" charset="0"/>
              <a:buChar char="•"/>
            </a:pPr>
            <a:r>
              <a:rPr lang="en-US" sz="2800">
                <a:solidFill>
                  <a:srgbClr val="14202E"/>
                </a:solidFill>
              </a:rPr>
              <a:t>Users seemed to experience </a:t>
            </a:r>
            <a:r>
              <a:rPr lang="en-US" sz="2800" dirty="0" err="1">
                <a:solidFill>
                  <a:srgbClr val="14202E"/>
                </a:solidFill>
              </a:rPr>
              <a:t>shedtwt</a:t>
            </a:r>
            <a:r>
              <a:rPr lang="en-US" sz="2800">
                <a:solidFill>
                  <a:srgbClr val="14202E"/>
                </a:solidFill>
              </a:rPr>
              <a:t> as supportive: recognizing each other’s shared struggles, liking posts, and making friends through shared interests (Themes 1-3).</a:t>
            </a:r>
            <a:endParaRPr lang="en-US" sz="2800"/>
          </a:p>
          <a:p>
            <a:pPr marL="457200" indent="-457200">
              <a:buFont typeface="Arial" panose="020B0604020202020204" pitchFamily="34" charset="0"/>
              <a:buChar char="•"/>
            </a:pPr>
            <a:r>
              <a:rPr lang="en-US" sz="2800">
                <a:solidFill>
                  <a:srgbClr val="14202E"/>
                </a:solidFill>
              </a:rPr>
              <a:t>Greater engagement on SH/ED posts paired with users’ motivations to get more likes suggest that social support in this community, while seeming validating and connection-building, can reinforce unhealthy coping strategies for some.</a:t>
            </a:r>
            <a:endParaRPr lang="en-US" sz="2800">
              <a:solidFill>
                <a:srgbClr val="14202E"/>
              </a:solidFill>
              <a:ea typeface="Calibri"/>
              <a:cs typeface="Calibri"/>
            </a:endParaRPr>
          </a:p>
          <a:p>
            <a:pPr lvl="0"/>
            <a:r>
              <a:rPr lang="en-US" sz="2800" b="1">
                <a:solidFill>
                  <a:srgbClr val="14202E"/>
                </a:solidFill>
              </a:rPr>
              <a:t>Implications</a:t>
            </a:r>
            <a:endParaRPr lang="en-US" sz="2800" b="1">
              <a:solidFill>
                <a:srgbClr val="14202E"/>
              </a:solidFill>
              <a:ea typeface="Calibri"/>
              <a:cs typeface="Calibri"/>
            </a:endParaRPr>
          </a:p>
          <a:p>
            <a:pPr marL="457200" indent="-457200">
              <a:buFont typeface="Arial" panose="020B0604020202020204" pitchFamily="34" charset="0"/>
              <a:buChar char="•"/>
            </a:pPr>
            <a:r>
              <a:rPr lang="en-US" sz="2800">
                <a:solidFill>
                  <a:srgbClr val="14202E"/>
                </a:solidFill>
                <a:ea typeface="Calibri" panose="020F0502020204030204"/>
                <a:cs typeface="Calibri" panose="020F0502020204030204"/>
              </a:rPr>
              <a:t>Clinicians should assess online experiences as standard practice for adolescents experiencing SH/EDs, as some experiences can foster feelings of connection that may work against recovery.</a:t>
            </a:r>
          </a:p>
          <a:p>
            <a:pPr marL="457200" indent="-457200">
              <a:buFont typeface="Arial" panose="020B0604020202020204" pitchFamily="34" charset="0"/>
              <a:buChar char="•"/>
            </a:pPr>
            <a:r>
              <a:rPr lang="en-US" sz="2800">
                <a:solidFill>
                  <a:srgbClr val="14202E"/>
                </a:solidFill>
                <a:ea typeface="Calibri" panose="020F0502020204030204"/>
                <a:cs typeface="Calibri" panose="020F0502020204030204"/>
              </a:rPr>
              <a:t>Educational resources catered towards young people should include the benefits and risks of online support, particularly as it relates to validating and encouraging harmful behaviors.</a:t>
            </a:r>
          </a:p>
          <a:p>
            <a:pPr marL="457200" indent="-457200">
              <a:buFont typeface="Arial" panose="020B0604020202020204" pitchFamily="34" charset="0"/>
              <a:buChar char="•"/>
            </a:pPr>
            <a:r>
              <a:rPr lang="en-US" sz="2800"/>
              <a:t>Policies should focus on eliminating algorithmic bias of SH/ED content and advocate for more comprehensive social media content moderation guidelines and filtering for minors.</a:t>
            </a:r>
            <a:endParaRPr lang="en-US" sz="2800" b="1">
              <a:solidFill>
                <a:srgbClr val="000000"/>
              </a:solidFill>
              <a:ea typeface="Calibri"/>
              <a:cs typeface="Calibri"/>
            </a:endParaRPr>
          </a:p>
          <a:p>
            <a:pPr>
              <a:buFont typeface="Arial" panose="020B0604020202020204" pitchFamily="34" charset="0"/>
            </a:pPr>
            <a:r>
              <a:rPr lang="en-US" sz="2800" b="1">
                <a:solidFill>
                  <a:srgbClr val="000000"/>
                </a:solidFill>
                <a:ea typeface="Calibri"/>
                <a:cs typeface="Calibri"/>
              </a:rPr>
              <a:t>Future Directions</a:t>
            </a:r>
          </a:p>
          <a:p>
            <a:pPr marL="457200" indent="-457200">
              <a:buFont typeface="Arial" panose="020B0604020202020204" pitchFamily="34" charset="0"/>
              <a:buChar char="•"/>
            </a:pPr>
            <a:r>
              <a:rPr lang="en-US" sz="2800">
                <a:solidFill>
                  <a:srgbClr val="000000"/>
                </a:solidFill>
                <a:ea typeface="Calibri"/>
                <a:cs typeface="Calibri"/>
              </a:rPr>
              <a:t>Although the full set of accounts meeting selection criteria still need to be coded, these preliminary findings, drawn from a subset of accounts, highlight the importance of assessing online experiences as part of standard clinical practice.</a:t>
            </a:r>
          </a:p>
          <a:p>
            <a:pPr marL="457200" indent="-457200">
              <a:buFont typeface="Arial" panose="020B0604020202020204" pitchFamily="34" charset="0"/>
              <a:buChar char="•"/>
            </a:pPr>
            <a:r>
              <a:rPr lang="en-US" sz="2800">
                <a:solidFill>
                  <a:srgbClr val="000000"/>
                </a:solidFill>
                <a:ea typeface="Calibri"/>
                <a:cs typeface="Calibri"/>
              </a:rPr>
              <a:t>Future work should incorporate self-report data to evaluate individuals’ personal experiences of support on </a:t>
            </a:r>
            <a:r>
              <a:rPr lang="en-US" sz="2800" dirty="0" err="1">
                <a:solidFill>
                  <a:srgbClr val="000000"/>
                </a:solidFill>
                <a:ea typeface="Calibri"/>
                <a:cs typeface="Calibri"/>
              </a:rPr>
              <a:t>shedtwt</a:t>
            </a:r>
            <a:r>
              <a:rPr lang="en-US" sz="2800">
                <a:solidFill>
                  <a:srgbClr val="000000"/>
                </a:solidFill>
                <a:ea typeface="Calibri"/>
                <a:cs typeface="Calibri"/>
              </a:rPr>
              <a:t>.</a:t>
            </a:r>
          </a:p>
          <a:p>
            <a:pPr marL="457200" indent="-457200">
              <a:buFont typeface="Arial" panose="020B0604020202020204" pitchFamily="34" charset="0"/>
              <a:buChar char="•"/>
            </a:pPr>
            <a:endParaRPr lang="en-US" sz="2800">
              <a:solidFill>
                <a:srgbClr val="000000"/>
              </a:solidFill>
              <a:ea typeface="Calibri"/>
              <a:cs typeface="Calibri"/>
            </a:endParaRPr>
          </a:p>
        </p:txBody>
      </p:sp>
      <p:sp>
        <p:nvSpPr>
          <p:cNvPr id="1828" name="Shape 9">
            <a:extLst>
              <a:ext uri="{FF2B5EF4-FFF2-40B4-BE49-F238E27FC236}">
                <a16:creationId xmlns:a16="http://schemas.microsoft.com/office/drawing/2014/main" id="{FBF55035-52F4-C7EE-C4F6-2DE95D6DCB58}"/>
              </a:ext>
            </a:extLst>
          </p:cNvPr>
          <p:cNvSpPr/>
          <p:nvPr/>
        </p:nvSpPr>
        <p:spPr>
          <a:xfrm>
            <a:off x="194239" y="26154160"/>
            <a:ext cx="10515600" cy="1033968"/>
          </a:xfrm>
          <a:prstGeom prst="roundRect">
            <a:avLst>
              <a:gd name="adj" fmla="val 14634"/>
            </a:avLst>
          </a:prstGeom>
          <a:solidFill>
            <a:srgbClr val="263A59"/>
          </a:solidFill>
          <a:ln/>
        </p:spPr>
        <p:txBody>
          <a:bodyPr/>
          <a:lstStyle/>
          <a:p>
            <a:pPr algn="ctr"/>
            <a:r>
              <a:rPr lang="en-US" sz="6000" b="1">
                <a:solidFill>
                  <a:schemeClr val="bg1"/>
                </a:solidFill>
              </a:rPr>
              <a:t>RESULTS</a:t>
            </a:r>
          </a:p>
        </p:txBody>
      </p:sp>
      <p:sp>
        <p:nvSpPr>
          <p:cNvPr id="1834" name="TextBox 1833">
            <a:extLst>
              <a:ext uri="{FF2B5EF4-FFF2-40B4-BE49-F238E27FC236}">
                <a16:creationId xmlns:a16="http://schemas.microsoft.com/office/drawing/2014/main" id="{EB911D45-FAAE-456E-BCF1-692E27E474DB}"/>
              </a:ext>
            </a:extLst>
          </p:cNvPr>
          <p:cNvSpPr txBox="1"/>
          <p:nvPr/>
        </p:nvSpPr>
        <p:spPr>
          <a:xfrm>
            <a:off x="268484" y="27272254"/>
            <a:ext cx="10499639" cy="5970865"/>
          </a:xfrm>
          <a:prstGeom prst="rect">
            <a:avLst/>
          </a:prstGeom>
          <a:noFill/>
        </p:spPr>
        <p:txBody>
          <a:bodyPr wrap="square" lIns="91440" tIns="45720" rIns="91440" bIns="45720" anchor="t">
            <a:spAutoFit/>
          </a:bodyPr>
          <a:lstStyle/>
          <a:p>
            <a:r>
              <a:rPr lang="en-US" sz="2800" b="1"/>
              <a:t>Characteristics of </a:t>
            </a:r>
            <a:r>
              <a:rPr lang="en-US" sz="2800" b="1" dirty="0" err="1"/>
              <a:t>Shedtwt</a:t>
            </a:r>
            <a:r>
              <a:rPr lang="en-US" sz="2800" b="1"/>
              <a:t> Users</a:t>
            </a:r>
            <a:endParaRPr lang="en-US" sz="2800" b="1">
              <a:ea typeface="Calibri"/>
              <a:cs typeface="Calibri"/>
            </a:endParaRPr>
          </a:p>
          <a:p>
            <a:pPr marL="457200" indent="-457200">
              <a:buFont typeface="Arial" panose="020B0604020202020204" pitchFamily="34" charset="0"/>
              <a:buChar char="•"/>
            </a:pPr>
            <a:r>
              <a:rPr lang="en-US" sz="2800"/>
              <a:t>Users were between ages 13-22. 46 of 74 users (62%) were under 18, and the median age was 16.</a:t>
            </a:r>
            <a:endParaRPr lang="en-US" sz="2800">
              <a:ea typeface="Calibri"/>
              <a:cs typeface="Calibri"/>
            </a:endParaRPr>
          </a:p>
          <a:p>
            <a:pPr marL="457200" indent="-457200">
              <a:buFont typeface="Arial" panose="020B0604020202020204" pitchFamily="34" charset="0"/>
              <a:buChar char="•"/>
            </a:pPr>
            <a:r>
              <a:rPr lang="en-US" sz="2800">
                <a:solidFill>
                  <a:srgbClr val="14202E"/>
                </a:solidFill>
              </a:rPr>
              <a:t>18% of accounts listed a diagnosis in their bio; the top 3 most common included autism (5), EDNOS (5), and BPD (4).</a:t>
            </a:r>
            <a:endParaRPr lang="en-US" sz="2800">
              <a:solidFill>
                <a:srgbClr val="14202E"/>
              </a:solidFill>
              <a:ea typeface="Calibri"/>
              <a:cs typeface="Calibri"/>
            </a:endParaRPr>
          </a:p>
          <a:p>
            <a:endParaRPr lang="en-US" dirty="0">
              <a:solidFill>
                <a:srgbClr val="14202E"/>
              </a:solidFill>
              <a:ea typeface="Calibri"/>
              <a:cs typeface="Calibri"/>
            </a:endParaRPr>
          </a:p>
          <a:p>
            <a:r>
              <a:rPr lang="en-US" sz="2800" b="1" u="sng">
                <a:solidFill>
                  <a:srgbClr val="14202E"/>
                </a:solidFill>
              </a:rPr>
              <a:t>Three Themes of Social Support (Figure 1).</a:t>
            </a:r>
            <a:endParaRPr lang="en-US" sz="2800" u="sng">
              <a:ea typeface="Calibri"/>
              <a:cs typeface="Calibri"/>
            </a:endParaRPr>
          </a:p>
          <a:p>
            <a:endParaRPr lang="en-US" b="1" dirty="0">
              <a:solidFill>
                <a:srgbClr val="14202E"/>
              </a:solidFill>
              <a:ea typeface="Calibri"/>
              <a:cs typeface="Calibri"/>
            </a:endParaRPr>
          </a:p>
          <a:p>
            <a:r>
              <a:rPr lang="en-US" sz="2800" b="1"/>
              <a:t>Theme 1: Disclosure of mental health struggles</a:t>
            </a:r>
            <a:endParaRPr lang="en-US" sz="2800" b="1">
              <a:ea typeface="Calibri"/>
              <a:cs typeface="Calibri"/>
            </a:endParaRPr>
          </a:p>
          <a:p>
            <a:pPr marL="457200" indent="-457200">
              <a:buFont typeface="Arial" panose="020B0604020202020204" pitchFamily="34" charset="0"/>
              <a:buChar char="•"/>
            </a:pPr>
            <a:r>
              <a:rPr lang="en-US" sz="2800">
                <a:solidFill>
                  <a:srgbClr val="14202E"/>
                </a:solidFill>
              </a:rPr>
              <a:t>Users expressed notions of wanting to feel seen and heard by others going through similar experiences. Notably, </a:t>
            </a:r>
            <a:r>
              <a:rPr lang="en-US" sz="2800" b="1" dirty="0">
                <a:solidFill>
                  <a:srgbClr val="14202E"/>
                </a:solidFill>
              </a:rPr>
              <a:t>a common method of disclosure on </a:t>
            </a:r>
            <a:r>
              <a:rPr lang="en-US" sz="2800" b="1" dirty="0" err="1">
                <a:solidFill>
                  <a:srgbClr val="14202E"/>
                </a:solidFill>
              </a:rPr>
              <a:t>shedtwt</a:t>
            </a:r>
            <a:r>
              <a:rPr lang="en-US" sz="2800" b="1" dirty="0">
                <a:solidFill>
                  <a:srgbClr val="14202E"/>
                </a:solidFill>
              </a:rPr>
              <a:t> was through posting one’s own SH and ED photos.</a:t>
            </a:r>
            <a:endParaRPr lang="en-US" sz="2800" b="1" dirty="0">
              <a:solidFill>
                <a:srgbClr val="14202E"/>
              </a:solidFill>
              <a:ea typeface="Calibri"/>
              <a:cs typeface="Calibri"/>
            </a:endParaRPr>
          </a:p>
          <a:p>
            <a:endParaRPr lang="en-US" sz="2800" b="1">
              <a:solidFill>
                <a:srgbClr val="14202E"/>
              </a:solidFill>
              <a:ea typeface="Calibri"/>
              <a:cs typeface="Calibri"/>
            </a:endParaRPr>
          </a:p>
        </p:txBody>
      </p:sp>
      <p:sp>
        <p:nvSpPr>
          <p:cNvPr id="1836" name="TextBox 1835">
            <a:extLst>
              <a:ext uri="{FF2B5EF4-FFF2-40B4-BE49-F238E27FC236}">
                <a16:creationId xmlns:a16="http://schemas.microsoft.com/office/drawing/2014/main" id="{35770D98-50E0-0F6C-7396-79767B9BC565}"/>
              </a:ext>
            </a:extLst>
          </p:cNvPr>
          <p:cNvSpPr txBox="1"/>
          <p:nvPr/>
        </p:nvSpPr>
        <p:spPr>
          <a:xfrm>
            <a:off x="33241333" y="4580970"/>
            <a:ext cx="10515601" cy="3108543"/>
          </a:xfrm>
          <a:prstGeom prst="rect">
            <a:avLst/>
          </a:prstGeom>
          <a:noFill/>
        </p:spPr>
        <p:txBody>
          <a:bodyPr wrap="square" lIns="91440" tIns="45720" rIns="91440" bIns="45720" anchor="t">
            <a:spAutoFit/>
          </a:bodyPr>
          <a:lstStyle/>
          <a:p>
            <a:r>
              <a:rPr lang="en-US" sz="2800" b="1"/>
              <a:t>Theme 2: Validation through engagement metrics</a:t>
            </a:r>
            <a:endParaRPr lang="en-US" sz="2800" b="1">
              <a:ea typeface="Calibri"/>
              <a:cs typeface="Calibri"/>
            </a:endParaRPr>
          </a:p>
          <a:p>
            <a:pPr marL="420370" indent="-420370">
              <a:buFont typeface="Arial"/>
              <a:buChar char="•"/>
            </a:pPr>
            <a:r>
              <a:rPr lang="en-US" sz="2800">
                <a:solidFill>
                  <a:srgbClr val="14202E"/>
                </a:solidFill>
              </a:rPr>
              <a:t>Especially among smaller accounts (less than 100 followers), users expressed disappointment with not receiving likes. Some of these users, such as "User 6" in Figure 1, </a:t>
            </a:r>
            <a:r>
              <a:rPr lang="en-US" sz="2800" b="1" dirty="0">
                <a:solidFill>
                  <a:srgbClr val="14202E"/>
                </a:solidFill>
              </a:rPr>
              <a:t>perceived posts getting no likes as peer rejection.</a:t>
            </a:r>
            <a:endParaRPr lang="en-US" sz="2800" b="1" dirty="0">
              <a:solidFill>
                <a:srgbClr val="14202E"/>
              </a:solidFill>
              <a:ea typeface="Calibri"/>
              <a:cs typeface="Calibri"/>
            </a:endParaRPr>
          </a:p>
          <a:p>
            <a:pPr marL="420370" indent="-420370">
              <a:buFont typeface="Arial"/>
              <a:buChar char="•"/>
            </a:pPr>
            <a:r>
              <a:rPr lang="en-US" sz="2800" b="1">
                <a:solidFill>
                  <a:srgbClr val="14202E"/>
                </a:solidFill>
              </a:rPr>
              <a:t>Engagement Analysis: </a:t>
            </a:r>
            <a:r>
              <a:rPr lang="en-US" sz="2800">
                <a:solidFill>
                  <a:srgbClr val="14202E"/>
                </a:solidFill>
              </a:rPr>
              <a:t>Engagement differences were evaluated for users that had at least 3 SH posts (Figure 2).</a:t>
            </a:r>
            <a:endParaRPr lang="en-US" sz="2800">
              <a:solidFill>
                <a:srgbClr val="14202E"/>
              </a:solidFill>
              <a:ea typeface="Calibri"/>
              <a:cs typeface="Calibri"/>
            </a:endParaRPr>
          </a:p>
        </p:txBody>
      </p:sp>
      <p:sp>
        <p:nvSpPr>
          <p:cNvPr id="1838" name="TextBox 1837">
            <a:extLst>
              <a:ext uri="{FF2B5EF4-FFF2-40B4-BE49-F238E27FC236}">
                <a16:creationId xmlns:a16="http://schemas.microsoft.com/office/drawing/2014/main" id="{E1B95F0F-EE1B-E281-EE31-4C9E2F5308C8}"/>
              </a:ext>
            </a:extLst>
          </p:cNvPr>
          <p:cNvSpPr txBox="1"/>
          <p:nvPr/>
        </p:nvSpPr>
        <p:spPr>
          <a:xfrm>
            <a:off x="33130747" y="15227693"/>
            <a:ext cx="10547067" cy="1938992"/>
          </a:xfrm>
          <a:prstGeom prst="rect">
            <a:avLst/>
          </a:prstGeom>
          <a:noFill/>
        </p:spPr>
        <p:txBody>
          <a:bodyPr wrap="square" lIns="91440" tIns="45720" rIns="91440" bIns="45720" anchor="t">
            <a:spAutoFit/>
          </a:bodyPr>
          <a:lstStyle/>
          <a:p>
            <a:r>
              <a:rPr lang="en-US" sz="2400" b="1"/>
              <a:t>FIGURE 2</a:t>
            </a:r>
            <a:r>
              <a:rPr lang="en-US" sz="2400" b="1" i="1"/>
              <a:t>. </a:t>
            </a:r>
            <a:r>
              <a:rPr lang="en-US" sz="2400" i="1"/>
              <a:t>Most users’ SH/ED photos got more </a:t>
            </a:r>
            <a:r>
              <a:rPr lang="en-US" sz="2000" i="1"/>
              <a:t>likes</a:t>
            </a:r>
            <a:r>
              <a:rPr lang="en-US" sz="2400" i="1"/>
              <a:t> than their other posts. One line per account (n = 45). Orange = more likes on SH posts (80% of users). Holm-corrected p-value: p &lt; .001. Log scale above 1. See Supplementary Materials for engagement differences across views, reposts, and replies, and a sensitivity analysis without two high-follower-count users.</a:t>
            </a:r>
            <a:endParaRPr lang="en-US" sz="2400" b="1" i="1"/>
          </a:p>
        </p:txBody>
      </p:sp>
      <p:sp>
        <p:nvSpPr>
          <p:cNvPr id="1840" name="Shape 9">
            <a:extLst>
              <a:ext uri="{FF2B5EF4-FFF2-40B4-BE49-F238E27FC236}">
                <a16:creationId xmlns:a16="http://schemas.microsoft.com/office/drawing/2014/main" id="{764279DF-BDC2-EE09-9DB6-C951F2B3CEC3}"/>
              </a:ext>
            </a:extLst>
          </p:cNvPr>
          <p:cNvSpPr/>
          <p:nvPr/>
        </p:nvSpPr>
        <p:spPr>
          <a:xfrm>
            <a:off x="33241334" y="20098198"/>
            <a:ext cx="10515600" cy="1033968"/>
          </a:xfrm>
          <a:prstGeom prst="roundRect">
            <a:avLst>
              <a:gd name="adj" fmla="val 14634"/>
            </a:avLst>
          </a:prstGeom>
          <a:solidFill>
            <a:srgbClr val="263A59"/>
          </a:solidFill>
          <a:ln/>
        </p:spPr>
        <p:txBody>
          <a:bodyPr/>
          <a:lstStyle/>
          <a:p>
            <a:pPr algn="ctr"/>
            <a:r>
              <a:rPr lang="en-US" sz="6000" b="1">
                <a:solidFill>
                  <a:schemeClr val="bg1"/>
                </a:solidFill>
              </a:rPr>
              <a:t>DISCUSSION</a:t>
            </a:r>
          </a:p>
        </p:txBody>
      </p:sp>
      <p:sp>
        <p:nvSpPr>
          <p:cNvPr id="64" name="TextBox 63">
            <a:extLst>
              <a:ext uri="{FF2B5EF4-FFF2-40B4-BE49-F238E27FC236}">
                <a16:creationId xmlns:a16="http://schemas.microsoft.com/office/drawing/2014/main" id="{093BA9C9-7B69-4269-0858-0AE6DF1102E4}"/>
              </a:ext>
            </a:extLst>
          </p:cNvPr>
          <p:cNvSpPr txBox="1"/>
          <p:nvPr/>
        </p:nvSpPr>
        <p:spPr>
          <a:xfrm>
            <a:off x="33156578" y="17182862"/>
            <a:ext cx="10491537" cy="2869375"/>
          </a:xfrm>
          <a:prstGeom prst="rect">
            <a:avLst/>
          </a:prstGeom>
          <a:noFill/>
        </p:spPr>
        <p:txBody>
          <a:bodyPr wrap="square" lIns="91440" tIns="45720" rIns="91440" bIns="45720" anchor="t">
            <a:spAutoFit/>
          </a:bodyPr>
          <a:lstStyle/>
          <a:p>
            <a:r>
              <a:rPr lang="en-US" sz="2800" b="1"/>
              <a:t>Theme 3: Connection through shared interests</a:t>
            </a:r>
          </a:p>
          <a:p>
            <a:pPr marL="457200" indent="-457200">
              <a:lnSpc>
                <a:spcPct val="110000"/>
              </a:lnSpc>
              <a:spcAft>
                <a:spcPts val="0"/>
              </a:spcAft>
              <a:buFont typeface="Arial" panose="020B0604020202020204" pitchFamily="34" charset="0"/>
              <a:buChar char="•"/>
            </a:pPr>
            <a:r>
              <a:rPr lang="en-US" sz="2800" b="1" dirty="0">
                <a:solidFill>
                  <a:srgbClr val="14202E"/>
                </a:solidFill>
              </a:rPr>
              <a:t>SH and “bodycheck” photos were personalized</a:t>
            </a:r>
            <a:r>
              <a:rPr lang="en-US" sz="2800">
                <a:solidFill>
                  <a:srgbClr val="14202E"/>
                </a:solidFill>
              </a:rPr>
              <a:t>; a user’s favorite character may be edited over an SH photo.</a:t>
            </a:r>
          </a:p>
          <a:p>
            <a:pPr marL="457200" indent="-457200">
              <a:lnSpc>
                <a:spcPct val="110000"/>
              </a:lnSpc>
              <a:buFont typeface="Arial" panose="020B0604020202020204" pitchFamily="34" charset="0"/>
              <a:buChar char="•"/>
            </a:pPr>
            <a:r>
              <a:rPr lang="en-US" sz="2800">
                <a:solidFill>
                  <a:srgbClr val="14202E"/>
                </a:solidFill>
                <a:ea typeface="Calibri" panose="020F0502020204030204"/>
                <a:cs typeface="Calibri" panose="020F0502020204030204"/>
              </a:rPr>
              <a:t>Some users openly disclosed that </a:t>
            </a:r>
            <a:r>
              <a:rPr lang="en-US" sz="2800" b="1" dirty="0">
                <a:solidFill>
                  <a:srgbClr val="14202E"/>
                </a:solidFill>
                <a:ea typeface="Calibri" panose="020F0502020204030204"/>
                <a:cs typeface="Calibri" panose="020F0502020204030204"/>
              </a:rPr>
              <a:t>they made these edits to their photos to bypass automated content moderation</a:t>
            </a:r>
            <a:r>
              <a:rPr lang="en-US" sz="2800">
                <a:solidFill>
                  <a:srgbClr val="14202E"/>
                </a:solidFill>
                <a:ea typeface="Calibri" panose="020F0502020204030204"/>
                <a:cs typeface="Calibri" panose="020F0502020204030204"/>
              </a:rPr>
              <a:t>, allowing SH photos to stay up on their profiles.</a:t>
            </a:r>
          </a:p>
        </p:txBody>
      </p:sp>
      <p:pic>
        <p:nvPicPr>
          <p:cNvPr id="1225" name="Picture 1224" descr="The diagram shows a comparison of average likes per post, with a majority of accounts having higher engagement on self-harm related content.&#10;&#10;AI-generated content may be incorrect.">
            <a:extLst>
              <a:ext uri="{FF2B5EF4-FFF2-40B4-BE49-F238E27FC236}">
                <a16:creationId xmlns:a16="http://schemas.microsoft.com/office/drawing/2014/main" id="{FD10B472-7E39-710F-1138-B81010DCBDA7}"/>
              </a:ext>
            </a:extLst>
          </p:cNvPr>
          <p:cNvPicPr>
            <a:picLocks noChangeAspect="1"/>
          </p:cNvPicPr>
          <p:nvPr/>
        </p:nvPicPr>
        <p:blipFill>
          <a:blip r:embed="rId5"/>
          <a:srcRect l="2415" t="12251" r="10145" b="6045"/>
          <a:stretch>
            <a:fillRect/>
          </a:stretch>
        </p:blipFill>
        <p:spPr>
          <a:xfrm>
            <a:off x="33449907" y="7600463"/>
            <a:ext cx="8723659" cy="7534853"/>
          </a:xfrm>
          <a:prstGeom prst="rect">
            <a:avLst/>
          </a:prstGeom>
        </p:spPr>
      </p:pic>
      <p:grpSp>
        <p:nvGrpSpPr>
          <p:cNvPr id="1891" name="Theme 1 card">
            <a:extLst>
              <a:ext uri="{FF2B5EF4-FFF2-40B4-BE49-F238E27FC236}">
                <a16:creationId xmlns:a16="http://schemas.microsoft.com/office/drawing/2014/main" id="{9F2EA6E6-DC2E-4EA0-17FC-18DCB423B6C5}"/>
              </a:ext>
            </a:extLst>
          </p:cNvPr>
          <p:cNvGrpSpPr/>
          <p:nvPr/>
        </p:nvGrpSpPr>
        <p:grpSpPr>
          <a:xfrm>
            <a:off x="12271248" y="11017595"/>
            <a:ext cx="19348704" cy="6766560"/>
            <a:chOff x="0" y="0"/>
            <a:chExt cx="19348704" cy="6766560"/>
          </a:xfrm>
        </p:grpSpPr>
        <p:sp>
          <p:nvSpPr>
            <p:cNvPr id="1892" name="Accent">
              <a:extLst>
                <a:ext uri="{FF2B5EF4-FFF2-40B4-BE49-F238E27FC236}">
                  <a16:creationId xmlns:a16="http://schemas.microsoft.com/office/drawing/2014/main" id="{FFE357DF-FAA4-76F5-43E6-529EA5270257}"/>
                </a:ext>
              </a:extLst>
            </p:cNvPr>
            <p:cNvSpPr/>
            <p:nvPr/>
          </p:nvSpPr>
          <p:spPr>
            <a:xfrm>
              <a:off x="0" y="0"/>
              <a:ext cx="19348704" cy="6766560"/>
            </a:xfrm>
            <a:prstGeom prst="roundRect">
              <a:avLst>
                <a:gd name="adj" fmla="val 3700"/>
              </a:avLst>
            </a:prstGeom>
            <a:solidFill>
              <a:srgbClr val="3569B0"/>
            </a:solidFill>
            <a:ln>
              <a:noFill/>
            </a:ln>
          </p:spPr>
          <p:txBody>
            <a:bodyPr rtlCol="0" anchor="ctr"/>
            <a:lstStyle/>
            <a:p>
              <a:pPr algn="ctr"/>
              <a:endParaRPr/>
            </a:p>
          </p:txBody>
        </p:sp>
        <p:sp>
          <p:nvSpPr>
            <p:cNvPr id="1893" name="Card">
              <a:extLst>
                <a:ext uri="{FF2B5EF4-FFF2-40B4-BE49-F238E27FC236}">
                  <a16:creationId xmlns:a16="http://schemas.microsoft.com/office/drawing/2014/main" id="{E82437BE-B231-9CB2-8481-23396AC9F67E}"/>
                </a:ext>
              </a:extLst>
            </p:cNvPr>
            <p:cNvSpPr/>
            <p:nvPr/>
          </p:nvSpPr>
          <p:spPr>
            <a:xfrm>
              <a:off x="204868" y="0"/>
              <a:ext cx="19143835" cy="6766560"/>
            </a:xfrm>
            <a:prstGeom prst="roundRect">
              <a:avLst>
                <a:gd name="adj" fmla="val 3700"/>
              </a:avLst>
            </a:prstGeom>
            <a:solidFill>
              <a:srgbClr val="E7EDF6"/>
            </a:solidFill>
            <a:ln>
              <a:noFill/>
            </a:ln>
          </p:spPr>
          <p:txBody>
            <a:bodyPr rtlCol="0" anchor="ctr"/>
            <a:lstStyle/>
            <a:p>
              <a:pPr algn="ctr"/>
              <a:endParaRPr/>
            </a:p>
          </p:txBody>
        </p:sp>
        <p:sp>
          <p:nvSpPr>
            <p:cNvPr id="1894" name="Theme title">
              <a:extLst>
                <a:ext uri="{FF2B5EF4-FFF2-40B4-BE49-F238E27FC236}">
                  <a16:creationId xmlns:a16="http://schemas.microsoft.com/office/drawing/2014/main" id="{F40A5E83-500E-1DB7-BC08-FAACE0637B49}"/>
                </a:ext>
              </a:extLst>
            </p:cNvPr>
            <p:cNvSpPr txBox="1"/>
            <p:nvPr/>
          </p:nvSpPr>
          <p:spPr>
            <a:xfrm>
              <a:off x="705658" y="318684"/>
              <a:ext cx="18142255" cy="1047106"/>
            </a:xfrm>
            <a:prstGeom prst="rect">
              <a:avLst/>
            </a:prstGeom>
            <a:noFill/>
          </p:spPr>
          <p:txBody>
            <a:bodyPr wrap="square" lIns="0" tIns="0" rIns="0" bIns="0" anchor="ctr">
              <a:noAutofit/>
            </a:bodyPr>
            <a:lstStyle/>
            <a:p>
              <a:pPr algn="l"/>
              <a:r>
                <a:rPr sz="5227" b="1" i="0">
                  <a:solidFill>
                    <a:srgbClr val="82A2CE"/>
                  </a:solidFill>
                </a:rPr>
                <a:t>THEME 1</a:t>
              </a:r>
              <a:r>
                <a:rPr lang="en-US" sz="5227" b="1" i="0">
                  <a:solidFill>
                    <a:srgbClr val="82A2CE"/>
                  </a:solidFill>
                </a:rPr>
                <a:t>:</a:t>
              </a:r>
              <a:r>
                <a:rPr sz="5227" b="1" i="0">
                  <a:solidFill>
                    <a:srgbClr val="82A2CE"/>
                  </a:solidFill>
                </a:rPr>
                <a:t> </a:t>
              </a:r>
              <a:r>
                <a:rPr sz="5227" b="1" i="0">
                  <a:solidFill>
                    <a:srgbClr val="3569B0"/>
                  </a:solidFill>
                </a:rPr>
                <a:t>Disclos</a:t>
              </a:r>
              <a:r>
                <a:rPr lang="en-US" sz="5227" b="1" i="0">
                  <a:solidFill>
                    <a:srgbClr val="3569B0"/>
                  </a:solidFill>
                </a:rPr>
                <a:t>ure of </a:t>
              </a:r>
              <a:r>
                <a:rPr sz="5227" b="1" i="0">
                  <a:solidFill>
                    <a:srgbClr val="3569B0"/>
                  </a:solidFill>
                </a:rPr>
                <a:t>mental health struggles</a:t>
              </a:r>
            </a:p>
          </p:txBody>
        </p:sp>
        <p:sp>
          <p:nvSpPr>
            <p:cNvPr id="1895" name="Hero number">
              <a:extLst>
                <a:ext uri="{FF2B5EF4-FFF2-40B4-BE49-F238E27FC236}">
                  <a16:creationId xmlns:a16="http://schemas.microsoft.com/office/drawing/2014/main" id="{DA3F8706-BE6F-E2DD-5BAF-571235896C91}"/>
                </a:ext>
              </a:extLst>
            </p:cNvPr>
            <p:cNvSpPr txBox="1"/>
            <p:nvPr/>
          </p:nvSpPr>
          <p:spPr>
            <a:xfrm>
              <a:off x="705658" y="1593422"/>
              <a:ext cx="2845397" cy="1638949"/>
            </a:xfrm>
            <a:prstGeom prst="rect">
              <a:avLst/>
            </a:prstGeom>
            <a:noFill/>
          </p:spPr>
          <p:txBody>
            <a:bodyPr wrap="square" lIns="0" tIns="0" rIns="0" bIns="0" anchor="ctr">
              <a:noAutofit/>
            </a:bodyPr>
            <a:lstStyle/>
            <a:p>
              <a:pPr algn="l"/>
              <a:r>
                <a:rPr sz="11451" b="1" i="0">
                  <a:solidFill>
                    <a:srgbClr val="3569B0"/>
                  </a:solidFill>
                </a:rPr>
                <a:t>64%</a:t>
              </a:r>
            </a:p>
          </p:txBody>
        </p:sp>
        <p:grpSp>
          <p:nvGrpSpPr>
            <p:cNvPr id="1896" name="Dot grid (47 of 74)">
              <a:extLst>
                <a:ext uri="{FF2B5EF4-FFF2-40B4-BE49-F238E27FC236}">
                  <a16:creationId xmlns:a16="http://schemas.microsoft.com/office/drawing/2014/main" id="{B22927D5-E16A-3306-54DC-BAC3F8D8A634}"/>
                </a:ext>
              </a:extLst>
            </p:cNvPr>
            <p:cNvGrpSpPr/>
            <p:nvPr/>
          </p:nvGrpSpPr>
          <p:grpSpPr>
            <a:xfrm>
              <a:off x="3702052" y="1786150"/>
              <a:ext cx="3909196" cy="1253492"/>
              <a:chOff x="3702052" y="1786150"/>
              <a:chExt cx="3909196" cy="1253492"/>
            </a:xfrm>
          </p:grpSpPr>
          <p:sp>
            <p:nvSpPr>
              <p:cNvPr id="1905" name="Oval 1904">
                <a:extLst>
                  <a:ext uri="{FF2B5EF4-FFF2-40B4-BE49-F238E27FC236}">
                    <a16:creationId xmlns:a16="http://schemas.microsoft.com/office/drawing/2014/main" id="{7E84A3FB-25AC-D2D0-F5DA-7FBE4208F6F2}"/>
                  </a:ext>
                </a:extLst>
              </p:cNvPr>
              <p:cNvSpPr/>
              <p:nvPr/>
            </p:nvSpPr>
            <p:spPr>
              <a:xfrm>
                <a:off x="3702052" y="1786150"/>
                <a:ext cx="191210" cy="191210"/>
              </a:xfrm>
              <a:prstGeom prst="ellipse">
                <a:avLst/>
              </a:prstGeom>
              <a:solidFill>
                <a:srgbClr val="3569B0"/>
              </a:solidFill>
              <a:ln>
                <a:noFill/>
              </a:ln>
            </p:spPr>
            <p:txBody>
              <a:bodyPr rtlCol="0" anchor="ctr"/>
              <a:lstStyle/>
              <a:p>
                <a:pPr algn="ctr"/>
                <a:endParaRPr/>
              </a:p>
            </p:txBody>
          </p:sp>
          <p:sp>
            <p:nvSpPr>
              <p:cNvPr id="1906" name="Oval 1905">
                <a:extLst>
                  <a:ext uri="{FF2B5EF4-FFF2-40B4-BE49-F238E27FC236}">
                    <a16:creationId xmlns:a16="http://schemas.microsoft.com/office/drawing/2014/main" id="{D26A44D0-8627-FB9E-742A-A69CCB7FE15D}"/>
                  </a:ext>
                </a:extLst>
              </p:cNvPr>
              <p:cNvSpPr/>
              <p:nvPr/>
            </p:nvSpPr>
            <p:spPr>
              <a:xfrm>
                <a:off x="3702052" y="2051721"/>
                <a:ext cx="191210" cy="191210"/>
              </a:xfrm>
              <a:prstGeom prst="ellipse">
                <a:avLst/>
              </a:prstGeom>
              <a:solidFill>
                <a:srgbClr val="3569B0"/>
              </a:solidFill>
              <a:ln>
                <a:noFill/>
              </a:ln>
            </p:spPr>
            <p:txBody>
              <a:bodyPr rtlCol="0" anchor="ctr"/>
              <a:lstStyle/>
              <a:p>
                <a:pPr algn="ctr"/>
                <a:endParaRPr/>
              </a:p>
            </p:txBody>
          </p:sp>
          <p:sp>
            <p:nvSpPr>
              <p:cNvPr id="1907" name="Oval 1906">
                <a:extLst>
                  <a:ext uri="{FF2B5EF4-FFF2-40B4-BE49-F238E27FC236}">
                    <a16:creationId xmlns:a16="http://schemas.microsoft.com/office/drawing/2014/main" id="{A36C54DE-8B41-8CB1-E31A-5B4320A50507}"/>
                  </a:ext>
                </a:extLst>
              </p:cNvPr>
              <p:cNvSpPr/>
              <p:nvPr/>
            </p:nvSpPr>
            <p:spPr>
              <a:xfrm>
                <a:off x="3702052" y="2317291"/>
                <a:ext cx="191210" cy="191210"/>
              </a:xfrm>
              <a:prstGeom prst="ellipse">
                <a:avLst/>
              </a:prstGeom>
              <a:solidFill>
                <a:srgbClr val="3569B0"/>
              </a:solidFill>
              <a:ln>
                <a:noFill/>
              </a:ln>
            </p:spPr>
            <p:txBody>
              <a:bodyPr rtlCol="0" anchor="ctr"/>
              <a:lstStyle/>
              <a:p>
                <a:pPr algn="ctr"/>
                <a:endParaRPr/>
              </a:p>
            </p:txBody>
          </p:sp>
          <p:sp>
            <p:nvSpPr>
              <p:cNvPr id="1908" name="Oval 1907">
                <a:extLst>
                  <a:ext uri="{FF2B5EF4-FFF2-40B4-BE49-F238E27FC236}">
                    <a16:creationId xmlns:a16="http://schemas.microsoft.com/office/drawing/2014/main" id="{90D25017-7DB2-1489-D8B5-DA6CD29337E8}"/>
                  </a:ext>
                </a:extLst>
              </p:cNvPr>
              <p:cNvSpPr/>
              <p:nvPr/>
            </p:nvSpPr>
            <p:spPr>
              <a:xfrm>
                <a:off x="3702052" y="2582862"/>
                <a:ext cx="191210" cy="191210"/>
              </a:xfrm>
              <a:prstGeom prst="ellipse">
                <a:avLst/>
              </a:prstGeom>
              <a:solidFill>
                <a:srgbClr val="3569B0"/>
              </a:solidFill>
              <a:ln>
                <a:noFill/>
              </a:ln>
            </p:spPr>
            <p:txBody>
              <a:bodyPr rtlCol="0" anchor="ctr"/>
              <a:lstStyle/>
              <a:p>
                <a:pPr algn="ctr"/>
                <a:endParaRPr/>
              </a:p>
            </p:txBody>
          </p:sp>
          <p:sp>
            <p:nvSpPr>
              <p:cNvPr id="1909" name="Oval 1908">
                <a:extLst>
                  <a:ext uri="{FF2B5EF4-FFF2-40B4-BE49-F238E27FC236}">
                    <a16:creationId xmlns:a16="http://schemas.microsoft.com/office/drawing/2014/main" id="{62B76105-79BE-F23A-420B-4FDF8A704237}"/>
                  </a:ext>
                </a:extLst>
              </p:cNvPr>
              <p:cNvSpPr/>
              <p:nvPr/>
            </p:nvSpPr>
            <p:spPr>
              <a:xfrm>
                <a:off x="3702052" y="2848432"/>
                <a:ext cx="191210" cy="191210"/>
              </a:xfrm>
              <a:prstGeom prst="ellipse">
                <a:avLst/>
              </a:prstGeom>
              <a:solidFill>
                <a:srgbClr val="3569B0"/>
              </a:solidFill>
              <a:ln>
                <a:noFill/>
              </a:ln>
            </p:spPr>
            <p:txBody>
              <a:bodyPr rtlCol="0" anchor="ctr"/>
              <a:lstStyle/>
              <a:p>
                <a:pPr algn="ctr"/>
                <a:endParaRPr/>
              </a:p>
            </p:txBody>
          </p:sp>
          <p:sp>
            <p:nvSpPr>
              <p:cNvPr id="1910" name="Oval 1909">
                <a:extLst>
                  <a:ext uri="{FF2B5EF4-FFF2-40B4-BE49-F238E27FC236}">
                    <a16:creationId xmlns:a16="http://schemas.microsoft.com/office/drawing/2014/main" id="{520D8F0D-54C1-113E-D374-D73CA68A3B8D}"/>
                  </a:ext>
                </a:extLst>
              </p:cNvPr>
              <p:cNvSpPr/>
              <p:nvPr/>
            </p:nvSpPr>
            <p:spPr>
              <a:xfrm>
                <a:off x="3967622" y="1786150"/>
                <a:ext cx="191210" cy="191210"/>
              </a:xfrm>
              <a:prstGeom prst="ellipse">
                <a:avLst/>
              </a:prstGeom>
              <a:solidFill>
                <a:srgbClr val="3569B0"/>
              </a:solidFill>
              <a:ln>
                <a:noFill/>
              </a:ln>
            </p:spPr>
            <p:txBody>
              <a:bodyPr rtlCol="0" anchor="ctr"/>
              <a:lstStyle/>
              <a:p>
                <a:pPr algn="ctr"/>
                <a:endParaRPr/>
              </a:p>
            </p:txBody>
          </p:sp>
          <p:sp>
            <p:nvSpPr>
              <p:cNvPr id="1911" name="Oval 1910">
                <a:extLst>
                  <a:ext uri="{FF2B5EF4-FFF2-40B4-BE49-F238E27FC236}">
                    <a16:creationId xmlns:a16="http://schemas.microsoft.com/office/drawing/2014/main" id="{CA3A5FCC-1563-5F78-89BB-A16406A57B1D}"/>
                  </a:ext>
                </a:extLst>
              </p:cNvPr>
              <p:cNvSpPr/>
              <p:nvPr/>
            </p:nvSpPr>
            <p:spPr>
              <a:xfrm>
                <a:off x="3967622" y="2051721"/>
                <a:ext cx="191210" cy="191210"/>
              </a:xfrm>
              <a:prstGeom prst="ellipse">
                <a:avLst/>
              </a:prstGeom>
              <a:solidFill>
                <a:srgbClr val="3569B0"/>
              </a:solidFill>
              <a:ln>
                <a:noFill/>
              </a:ln>
            </p:spPr>
            <p:txBody>
              <a:bodyPr rtlCol="0" anchor="ctr"/>
              <a:lstStyle/>
              <a:p>
                <a:pPr algn="ctr"/>
                <a:endParaRPr/>
              </a:p>
            </p:txBody>
          </p:sp>
          <p:sp>
            <p:nvSpPr>
              <p:cNvPr id="1912" name="Oval 1911">
                <a:extLst>
                  <a:ext uri="{FF2B5EF4-FFF2-40B4-BE49-F238E27FC236}">
                    <a16:creationId xmlns:a16="http://schemas.microsoft.com/office/drawing/2014/main" id="{6753919E-4FFA-DD09-3E28-B1000B39507A}"/>
                  </a:ext>
                </a:extLst>
              </p:cNvPr>
              <p:cNvSpPr/>
              <p:nvPr/>
            </p:nvSpPr>
            <p:spPr>
              <a:xfrm>
                <a:off x="3967622" y="2317291"/>
                <a:ext cx="191210" cy="191210"/>
              </a:xfrm>
              <a:prstGeom prst="ellipse">
                <a:avLst/>
              </a:prstGeom>
              <a:solidFill>
                <a:srgbClr val="3569B0"/>
              </a:solidFill>
              <a:ln>
                <a:noFill/>
              </a:ln>
            </p:spPr>
            <p:txBody>
              <a:bodyPr rtlCol="0" anchor="ctr"/>
              <a:lstStyle/>
              <a:p>
                <a:pPr algn="ctr"/>
                <a:endParaRPr/>
              </a:p>
            </p:txBody>
          </p:sp>
          <p:sp>
            <p:nvSpPr>
              <p:cNvPr id="1913" name="Oval 1912">
                <a:extLst>
                  <a:ext uri="{FF2B5EF4-FFF2-40B4-BE49-F238E27FC236}">
                    <a16:creationId xmlns:a16="http://schemas.microsoft.com/office/drawing/2014/main" id="{B4E070F1-EF79-CB2C-8BE2-4D1CAD9B0A18}"/>
                  </a:ext>
                </a:extLst>
              </p:cNvPr>
              <p:cNvSpPr/>
              <p:nvPr/>
            </p:nvSpPr>
            <p:spPr>
              <a:xfrm>
                <a:off x="3967622" y="2582862"/>
                <a:ext cx="191210" cy="191210"/>
              </a:xfrm>
              <a:prstGeom prst="ellipse">
                <a:avLst/>
              </a:prstGeom>
              <a:solidFill>
                <a:srgbClr val="3569B0"/>
              </a:solidFill>
              <a:ln>
                <a:noFill/>
              </a:ln>
            </p:spPr>
            <p:txBody>
              <a:bodyPr rtlCol="0" anchor="ctr"/>
              <a:lstStyle/>
              <a:p>
                <a:pPr algn="ctr"/>
                <a:endParaRPr/>
              </a:p>
            </p:txBody>
          </p:sp>
          <p:sp>
            <p:nvSpPr>
              <p:cNvPr id="1914" name="Oval 1913">
                <a:extLst>
                  <a:ext uri="{FF2B5EF4-FFF2-40B4-BE49-F238E27FC236}">
                    <a16:creationId xmlns:a16="http://schemas.microsoft.com/office/drawing/2014/main" id="{D4ECA8E3-84BD-7C21-352E-B2AF6B7AF177}"/>
                  </a:ext>
                </a:extLst>
              </p:cNvPr>
              <p:cNvSpPr/>
              <p:nvPr/>
            </p:nvSpPr>
            <p:spPr>
              <a:xfrm>
                <a:off x="3967622" y="2848432"/>
                <a:ext cx="191210" cy="191210"/>
              </a:xfrm>
              <a:prstGeom prst="ellipse">
                <a:avLst/>
              </a:prstGeom>
              <a:solidFill>
                <a:srgbClr val="3569B0"/>
              </a:solidFill>
              <a:ln>
                <a:noFill/>
              </a:ln>
            </p:spPr>
            <p:txBody>
              <a:bodyPr rtlCol="0" anchor="ctr"/>
              <a:lstStyle/>
              <a:p>
                <a:pPr algn="ctr"/>
                <a:endParaRPr/>
              </a:p>
            </p:txBody>
          </p:sp>
          <p:sp>
            <p:nvSpPr>
              <p:cNvPr id="1915" name="Oval 1914">
                <a:extLst>
                  <a:ext uri="{FF2B5EF4-FFF2-40B4-BE49-F238E27FC236}">
                    <a16:creationId xmlns:a16="http://schemas.microsoft.com/office/drawing/2014/main" id="{C303A53E-06BA-380E-B1E1-C5C70FBD8D3D}"/>
                  </a:ext>
                </a:extLst>
              </p:cNvPr>
              <p:cNvSpPr/>
              <p:nvPr/>
            </p:nvSpPr>
            <p:spPr>
              <a:xfrm>
                <a:off x="4233192" y="1786150"/>
                <a:ext cx="191210" cy="191210"/>
              </a:xfrm>
              <a:prstGeom prst="ellipse">
                <a:avLst/>
              </a:prstGeom>
              <a:solidFill>
                <a:srgbClr val="3569B0"/>
              </a:solidFill>
              <a:ln>
                <a:noFill/>
              </a:ln>
            </p:spPr>
            <p:txBody>
              <a:bodyPr rtlCol="0" anchor="ctr"/>
              <a:lstStyle/>
              <a:p>
                <a:pPr algn="ctr"/>
                <a:endParaRPr/>
              </a:p>
            </p:txBody>
          </p:sp>
          <p:sp>
            <p:nvSpPr>
              <p:cNvPr id="1916" name="Oval 1915">
                <a:extLst>
                  <a:ext uri="{FF2B5EF4-FFF2-40B4-BE49-F238E27FC236}">
                    <a16:creationId xmlns:a16="http://schemas.microsoft.com/office/drawing/2014/main" id="{C1A87229-7468-FF37-6986-CAE65B0F17E6}"/>
                  </a:ext>
                </a:extLst>
              </p:cNvPr>
              <p:cNvSpPr/>
              <p:nvPr/>
            </p:nvSpPr>
            <p:spPr>
              <a:xfrm>
                <a:off x="4233192" y="2051721"/>
                <a:ext cx="191210" cy="191210"/>
              </a:xfrm>
              <a:prstGeom prst="ellipse">
                <a:avLst/>
              </a:prstGeom>
              <a:solidFill>
                <a:srgbClr val="3569B0"/>
              </a:solidFill>
              <a:ln>
                <a:noFill/>
              </a:ln>
            </p:spPr>
            <p:txBody>
              <a:bodyPr rtlCol="0" anchor="ctr"/>
              <a:lstStyle/>
              <a:p>
                <a:pPr algn="ctr"/>
                <a:endParaRPr/>
              </a:p>
            </p:txBody>
          </p:sp>
          <p:sp>
            <p:nvSpPr>
              <p:cNvPr id="1917" name="Oval 1916">
                <a:extLst>
                  <a:ext uri="{FF2B5EF4-FFF2-40B4-BE49-F238E27FC236}">
                    <a16:creationId xmlns:a16="http://schemas.microsoft.com/office/drawing/2014/main" id="{4CDD1BE8-F837-B5C0-8AB6-9765FAD6D14A}"/>
                  </a:ext>
                </a:extLst>
              </p:cNvPr>
              <p:cNvSpPr/>
              <p:nvPr/>
            </p:nvSpPr>
            <p:spPr>
              <a:xfrm>
                <a:off x="4233192" y="2317291"/>
                <a:ext cx="191210" cy="191210"/>
              </a:xfrm>
              <a:prstGeom prst="ellipse">
                <a:avLst/>
              </a:prstGeom>
              <a:solidFill>
                <a:srgbClr val="3569B0"/>
              </a:solidFill>
              <a:ln>
                <a:noFill/>
              </a:ln>
            </p:spPr>
            <p:txBody>
              <a:bodyPr rtlCol="0" anchor="ctr"/>
              <a:lstStyle/>
              <a:p>
                <a:pPr algn="ctr"/>
                <a:endParaRPr/>
              </a:p>
            </p:txBody>
          </p:sp>
          <p:sp>
            <p:nvSpPr>
              <p:cNvPr id="1918" name="Oval 1917">
                <a:extLst>
                  <a:ext uri="{FF2B5EF4-FFF2-40B4-BE49-F238E27FC236}">
                    <a16:creationId xmlns:a16="http://schemas.microsoft.com/office/drawing/2014/main" id="{6C836DAF-7ECE-258E-BE2A-3388F02D725B}"/>
                  </a:ext>
                </a:extLst>
              </p:cNvPr>
              <p:cNvSpPr/>
              <p:nvPr/>
            </p:nvSpPr>
            <p:spPr>
              <a:xfrm>
                <a:off x="4233192" y="2582862"/>
                <a:ext cx="191210" cy="191210"/>
              </a:xfrm>
              <a:prstGeom prst="ellipse">
                <a:avLst/>
              </a:prstGeom>
              <a:solidFill>
                <a:srgbClr val="3569B0"/>
              </a:solidFill>
              <a:ln>
                <a:noFill/>
              </a:ln>
            </p:spPr>
            <p:txBody>
              <a:bodyPr rtlCol="0" anchor="ctr"/>
              <a:lstStyle/>
              <a:p>
                <a:pPr algn="ctr"/>
                <a:endParaRPr/>
              </a:p>
            </p:txBody>
          </p:sp>
          <p:sp>
            <p:nvSpPr>
              <p:cNvPr id="1919" name="Oval 1918">
                <a:extLst>
                  <a:ext uri="{FF2B5EF4-FFF2-40B4-BE49-F238E27FC236}">
                    <a16:creationId xmlns:a16="http://schemas.microsoft.com/office/drawing/2014/main" id="{0B5B5B03-2CC5-7992-01C8-30B50D754E1F}"/>
                  </a:ext>
                </a:extLst>
              </p:cNvPr>
              <p:cNvSpPr/>
              <p:nvPr/>
            </p:nvSpPr>
            <p:spPr>
              <a:xfrm>
                <a:off x="4233192" y="2848432"/>
                <a:ext cx="191210" cy="191210"/>
              </a:xfrm>
              <a:prstGeom prst="ellipse">
                <a:avLst/>
              </a:prstGeom>
              <a:solidFill>
                <a:srgbClr val="3569B0"/>
              </a:solidFill>
              <a:ln>
                <a:noFill/>
              </a:ln>
            </p:spPr>
            <p:txBody>
              <a:bodyPr rtlCol="0" anchor="ctr"/>
              <a:lstStyle/>
              <a:p>
                <a:pPr algn="ctr"/>
                <a:endParaRPr/>
              </a:p>
            </p:txBody>
          </p:sp>
          <p:sp>
            <p:nvSpPr>
              <p:cNvPr id="1920" name="Oval 1919">
                <a:extLst>
                  <a:ext uri="{FF2B5EF4-FFF2-40B4-BE49-F238E27FC236}">
                    <a16:creationId xmlns:a16="http://schemas.microsoft.com/office/drawing/2014/main" id="{E8401C07-48DA-3371-F36D-9F9B77287EB0}"/>
                  </a:ext>
                </a:extLst>
              </p:cNvPr>
              <p:cNvSpPr/>
              <p:nvPr/>
            </p:nvSpPr>
            <p:spPr>
              <a:xfrm>
                <a:off x="4498763" y="1786150"/>
                <a:ext cx="191210" cy="191210"/>
              </a:xfrm>
              <a:prstGeom prst="ellipse">
                <a:avLst/>
              </a:prstGeom>
              <a:solidFill>
                <a:srgbClr val="3569B0"/>
              </a:solidFill>
              <a:ln>
                <a:noFill/>
              </a:ln>
            </p:spPr>
            <p:txBody>
              <a:bodyPr rtlCol="0" anchor="ctr"/>
              <a:lstStyle/>
              <a:p>
                <a:pPr algn="ctr"/>
                <a:endParaRPr/>
              </a:p>
            </p:txBody>
          </p:sp>
          <p:sp>
            <p:nvSpPr>
              <p:cNvPr id="1921" name="Oval 1920">
                <a:extLst>
                  <a:ext uri="{FF2B5EF4-FFF2-40B4-BE49-F238E27FC236}">
                    <a16:creationId xmlns:a16="http://schemas.microsoft.com/office/drawing/2014/main" id="{BA346B0E-2CAC-EE33-7686-05C3616A4F31}"/>
                  </a:ext>
                </a:extLst>
              </p:cNvPr>
              <p:cNvSpPr/>
              <p:nvPr/>
            </p:nvSpPr>
            <p:spPr>
              <a:xfrm>
                <a:off x="4498763" y="2051721"/>
                <a:ext cx="191210" cy="191210"/>
              </a:xfrm>
              <a:prstGeom prst="ellipse">
                <a:avLst/>
              </a:prstGeom>
              <a:solidFill>
                <a:srgbClr val="3569B0"/>
              </a:solidFill>
              <a:ln>
                <a:noFill/>
              </a:ln>
            </p:spPr>
            <p:txBody>
              <a:bodyPr rtlCol="0" anchor="ctr"/>
              <a:lstStyle/>
              <a:p>
                <a:pPr algn="ctr"/>
                <a:endParaRPr/>
              </a:p>
            </p:txBody>
          </p:sp>
          <p:sp>
            <p:nvSpPr>
              <p:cNvPr id="1922" name="Oval 1921">
                <a:extLst>
                  <a:ext uri="{FF2B5EF4-FFF2-40B4-BE49-F238E27FC236}">
                    <a16:creationId xmlns:a16="http://schemas.microsoft.com/office/drawing/2014/main" id="{CBF156C5-CD10-D5D8-81EB-F74ECFB65010}"/>
                  </a:ext>
                </a:extLst>
              </p:cNvPr>
              <p:cNvSpPr/>
              <p:nvPr/>
            </p:nvSpPr>
            <p:spPr>
              <a:xfrm>
                <a:off x="4498763" y="2317291"/>
                <a:ext cx="191210" cy="191210"/>
              </a:xfrm>
              <a:prstGeom prst="ellipse">
                <a:avLst/>
              </a:prstGeom>
              <a:solidFill>
                <a:srgbClr val="3569B0"/>
              </a:solidFill>
              <a:ln>
                <a:noFill/>
              </a:ln>
            </p:spPr>
            <p:txBody>
              <a:bodyPr rtlCol="0" anchor="ctr"/>
              <a:lstStyle/>
              <a:p>
                <a:pPr algn="ctr"/>
                <a:endParaRPr/>
              </a:p>
            </p:txBody>
          </p:sp>
          <p:sp>
            <p:nvSpPr>
              <p:cNvPr id="1923" name="Oval 1922">
                <a:extLst>
                  <a:ext uri="{FF2B5EF4-FFF2-40B4-BE49-F238E27FC236}">
                    <a16:creationId xmlns:a16="http://schemas.microsoft.com/office/drawing/2014/main" id="{13B80903-2A19-69DF-7C25-BAEC7E0FA26B}"/>
                  </a:ext>
                </a:extLst>
              </p:cNvPr>
              <p:cNvSpPr/>
              <p:nvPr/>
            </p:nvSpPr>
            <p:spPr>
              <a:xfrm>
                <a:off x="4498763" y="2582862"/>
                <a:ext cx="191210" cy="191210"/>
              </a:xfrm>
              <a:prstGeom prst="ellipse">
                <a:avLst/>
              </a:prstGeom>
              <a:solidFill>
                <a:srgbClr val="3569B0"/>
              </a:solidFill>
              <a:ln>
                <a:noFill/>
              </a:ln>
            </p:spPr>
            <p:txBody>
              <a:bodyPr rtlCol="0" anchor="ctr"/>
              <a:lstStyle/>
              <a:p>
                <a:pPr algn="ctr"/>
                <a:endParaRPr/>
              </a:p>
            </p:txBody>
          </p:sp>
          <p:sp>
            <p:nvSpPr>
              <p:cNvPr id="1924" name="Oval 1923">
                <a:extLst>
                  <a:ext uri="{FF2B5EF4-FFF2-40B4-BE49-F238E27FC236}">
                    <a16:creationId xmlns:a16="http://schemas.microsoft.com/office/drawing/2014/main" id="{AE758145-BB1A-C31E-52AC-0B4FB8F45733}"/>
                  </a:ext>
                </a:extLst>
              </p:cNvPr>
              <p:cNvSpPr/>
              <p:nvPr/>
            </p:nvSpPr>
            <p:spPr>
              <a:xfrm>
                <a:off x="4498763" y="2848432"/>
                <a:ext cx="191210" cy="191210"/>
              </a:xfrm>
              <a:prstGeom prst="ellipse">
                <a:avLst/>
              </a:prstGeom>
              <a:solidFill>
                <a:srgbClr val="3569B0"/>
              </a:solidFill>
              <a:ln>
                <a:noFill/>
              </a:ln>
            </p:spPr>
            <p:txBody>
              <a:bodyPr rtlCol="0" anchor="ctr"/>
              <a:lstStyle/>
              <a:p>
                <a:pPr algn="ctr"/>
                <a:endParaRPr/>
              </a:p>
            </p:txBody>
          </p:sp>
          <p:sp>
            <p:nvSpPr>
              <p:cNvPr id="1925" name="Oval 1924">
                <a:extLst>
                  <a:ext uri="{FF2B5EF4-FFF2-40B4-BE49-F238E27FC236}">
                    <a16:creationId xmlns:a16="http://schemas.microsoft.com/office/drawing/2014/main" id="{2B4DFFBD-BD35-B138-FB18-32EA580322EE}"/>
                  </a:ext>
                </a:extLst>
              </p:cNvPr>
              <p:cNvSpPr/>
              <p:nvPr/>
            </p:nvSpPr>
            <p:spPr>
              <a:xfrm>
                <a:off x="4764333" y="1786150"/>
                <a:ext cx="191210" cy="191210"/>
              </a:xfrm>
              <a:prstGeom prst="ellipse">
                <a:avLst/>
              </a:prstGeom>
              <a:solidFill>
                <a:srgbClr val="3569B0"/>
              </a:solidFill>
              <a:ln>
                <a:noFill/>
              </a:ln>
            </p:spPr>
            <p:txBody>
              <a:bodyPr rtlCol="0" anchor="ctr"/>
              <a:lstStyle/>
              <a:p>
                <a:pPr algn="ctr"/>
                <a:endParaRPr/>
              </a:p>
            </p:txBody>
          </p:sp>
          <p:sp>
            <p:nvSpPr>
              <p:cNvPr id="1926" name="Oval 1925">
                <a:extLst>
                  <a:ext uri="{FF2B5EF4-FFF2-40B4-BE49-F238E27FC236}">
                    <a16:creationId xmlns:a16="http://schemas.microsoft.com/office/drawing/2014/main" id="{0F47A6AC-B92D-FA30-CAB2-CEB555DA30E4}"/>
                  </a:ext>
                </a:extLst>
              </p:cNvPr>
              <p:cNvSpPr/>
              <p:nvPr/>
            </p:nvSpPr>
            <p:spPr>
              <a:xfrm>
                <a:off x="4764333" y="2051721"/>
                <a:ext cx="191210" cy="191210"/>
              </a:xfrm>
              <a:prstGeom prst="ellipse">
                <a:avLst/>
              </a:prstGeom>
              <a:solidFill>
                <a:srgbClr val="3569B0"/>
              </a:solidFill>
              <a:ln>
                <a:noFill/>
              </a:ln>
            </p:spPr>
            <p:txBody>
              <a:bodyPr rtlCol="0" anchor="ctr"/>
              <a:lstStyle/>
              <a:p>
                <a:pPr algn="ctr"/>
                <a:endParaRPr/>
              </a:p>
            </p:txBody>
          </p:sp>
          <p:sp>
            <p:nvSpPr>
              <p:cNvPr id="1927" name="Oval 1926">
                <a:extLst>
                  <a:ext uri="{FF2B5EF4-FFF2-40B4-BE49-F238E27FC236}">
                    <a16:creationId xmlns:a16="http://schemas.microsoft.com/office/drawing/2014/main" id="{1AC6B42C-512D-3748-ED0A-1DA2C10864E4}"/>
                  </a:ext>
                </a:extLst>
              </p:cNvPr>
              <p:cNvSpPr/>
              <p:nvPr/>
            </p:nvSpPr>
            <p:spPr>
              <a:xfrm>
                <a:off x="4764333" y="2317291"/>
                <a:ext cx="191210" cy="191210"/>
              </a:xfrm>
              <a:prstGeom prst="ellipse">
                <a:avLst/>
              </a:prstGeom>
              <a:solidFill>
                <a:srgbClr val="3569B0"/>
              </a:solidFill>
              <a:ln>
                <a:noFill/>
              </a:ln>
            </p:spPr>
            <p:txBody>
              <a:bodyPr rtlCol="0" anchor="ctr"/>
              <a:lstStyle/>
              <a:p>
                <a:pPr algn="ctr"/>
                <a:endParaRPr/>
              </a:p>
            </p:txBody>
          </p:sp>
          <p:sp>
            <p:nvSpPr>
              <p:cNvPr id="1928" name="Oval 1927">
                <a:extLst>
                  <a:ext uri="{FF2B5EF4-FFF2-40B4-BE49-F238E27FC236}">
                    <a16:creationId xmlns:a16="http://schemas.microsoft.com/office/drawing/2014/main" id="{2F77638D-2644-3707-9EDB-79529BD899E7}"/>
                  </a:ext>
                </a:extLst>
              </p:cNvPr>
              <p:cNvSpPr/>
              <p:nvPr/>
            </p:nvSpPr>
            <p:spPr>
              <a:xfrm>
                <a:off x="4764333" y="2582862"/>
                <a:ext cx="191210" cy="191210"/>
              </a:xfrm>
              <a:prstGeom prst="ellipse">
                <a:avLst/>
              </a:prstGeom>
              <a:solidFill>
                <a:srgbClr val="3569B0"/>
              </a:solidFill>
              <a:ln>
                <a:noFill/>
              </a:ln>
            </p:spPr>
            <p:txBody>
              <a:bodyPr rtlCol="0" anchor="ctr"/>
              <a:lstStyle/>
              <a:p>
                <a:pPr algn="ctr"/>
                <a:endParaRPr/>
              </a:p>
            </p:txBody>
          </p:sp>
          <p:sp>
            <p:nvSpPr>
              <p:cNvPr id="1929" name="Oval 1928">
                <a:extLst>
                  <a:ext uri="{FF2B5EF4-FFF2-40B4-BE49-F238E27FC236}">
                    <a16:creationId xmlns:a16="http://schemas.microsoft.com/office/drawing/2014/main" id="{A5B29A24-249E-41A9-A471-0E9DE5B16F4C}"/>
                  </a:ext>
                </a:extLst>
              </p:cNvPr>
              <p:cNvSpPr/>
              <p:nvPr/>
            </p:nvSpPr>
            <p:spPr>
              <a:xfrm>
                <a:off x="4764333" y="2848432"/>
                <a:ext cx="191210" cy="191210"/>
              </a:xfrm>
              <a:prstGeom prst="ellipse">
                <a:avLst/>
              </a:prstGeom>
              <a:solidFill>
                <a:srgbClr val="3569B0"/>
              </a:solidFill>
              <a:ln>
                <a:noFill/>
              </a:ln>
            </p:spPr>
            <p:txBody>
              <a:bodyPr rtlCol="0" anchor="ctr"/>
              <a:lstStyle/>
              <a:p>
                <a:pPr algn="ctr"/>
                <a:endParaRPr/>
              </a:p>
            </p:txBody>
          </p:sp>
          <p:sp>
            <p:nvSpPr>
              <p:cNvPr id="1930" name="Oval 1929">
                <a:extLst>
                  <a:ext uri="{FF2B5EF4-FFF2-40B4-BE49-F238E27FC236}">
                    <a16:creationId xmlns:a16="http://schemas.microsoft.com/office/drawing/2014/main" id="{8572C511-DA9F-D526-DC77-A20D1E9F4FD6}"/>
                  </a:ext>
                </a:extLst>
              </p:cNvPr>
              <p:cNvSpPr/>
              <p:nvPr/>
            </p:nvSpPr>
            <p:spPr>
              <a:xfrm>
                <a:off x="5029904" y="1786150"/>
                <a:ext cx="191210" cy="191210"/>
              </a:xfrm>
              <a:prstGeom prst="ellipse">
                <a:avLst/>
              </a:prstGeom>
              <a:solidFill>
                <a:srgbClr val="3569B0"/>
              </a:solidFill>
              <a:ln>
                <a:noFill/>
              </a:ln>
            </p:spPr>
            <p:txBody>
              <a:bodyPr rtlCol="0" anchor="ctr"/>
              <a:lstStyle/>
              <a:p>
                <a:pPr algn="ctr"/>
                <a:endParaRPr/>
              </a:p>
            </p:txBody>
          </p:sp>
          <p:sp>
            <p:nvSpPr>
              <p:cNvPr id="1931" name="Oval 1930">
                <a:extLst>
                  <a:ext uri="{FF2B5EF4-FFF2-40B4-BE49-F238E27FC236}">
                    <a16:creationId xmlns:a16="http://schemas.microsoft.com/office/drawing/2014/main" id="{B1C3F8E9-DFBD-172F-8EB7-B69CBFD704F8}"/>
                  </a:ext>
                </a:extLst>
              </p:cNvPr>
              <p:cNvSpPr/>
              <p:nvPr/>
            </p:nvSpPr>
            <p:spPr>
              <a:xfrm>
                <a:off x="5029904" y="2051721"/>
                <a:ext cx="191210" cy="191210"/>
              </a:xfrm>
              <a:prstGeom prst="ellipse">
                <a:avLst/>
              </a:prstGeom>
              <a:solidFill>
                <a:srgbClr val="3569B0"/>
              </a:solidFill>
              <a:ln>
                <a:noFill/>
              </a:ln>
            </p:spPr>
            <p:txBody>
              <a:bodyPr rtlCol="0" anchor="ctr"/>
              <a:lstStyle/>
              <a:p>
                <a:pPr algn="ctr"/>
                <a:endParaRPr/>
              </a:p>
            </p:txBody>
          </p:sp>
          <p:sp>
            <p:nvSpPr>
              <p:cNvPr id="1932" name="Oval 1931">
                <a:extLst>
                  <a:ext uri="{FF2B5EF4-FFF2-40B4-BE49-F238E27FC236}">
                    <a16:creationId xmlns:a16="http://schemas.microsoft.com/office/drawing/2014/main" id="{13C8380A-EF11-66B7-B6D4-42471C2F8F17}"/>
                  </a:ext>
                </a:extLst>
              </p:cNvPr>
              <p:cNvSpPr/>
              <p:nvPr/>
            </p:nvSpPr>
            <p:spPr>
              <a:xfrm>
                <a:off x="5029904" y="2317291"/>
                <a:ext cx="191210" cy="191210"/>
              </a:xfrm>
              <a:prstGeom prst="ellipse">
                <a:avLst/>
              </a:prstGeom>
              <a:solidFill>
                <a:srgbClr val="3569B0"/>
              </a:solidFill>
              <a:ln>
                <a:noFill/>
              </a:ln>
            </p:spPr>
            <p:txBody>
              <a:bodyPr rtlCol="0" anchor="ctr"/>
              <a:lstStyle/>
              <a:p>
                <a:pPr algn="ctr"/>
                <a:endParaRPr/>
              </a:p>
            </p:txBody>
          </p:sp>
          <p:sp>
            <p:nvSpPr>
              <p:cNvPr id="1933" name="Oval 1932">
                <a:extLst>
                  <a:ext uri="{FF2B5EF4-FFF2-40B4-BE49-F238E27FC236}">
                    <a16:creationId xmlns:a16="http://schemas.microsoft.com/office/drawing/2014/main" id="{EDB3E328-F0E2-06A1-3477-F4E551BF02B7}"/>
                  </a:ext>
                </a:extLst>
              </p:cNvPr>
              <p:cNvSpPr/>
              <p:nvPr/>
            </p:nvSpPr>
            <p:spPr>
              <a:xfrm>
                <a:off x="5029904" y="2582862"/>
                <a:ext cx="191210" cy="191210"/>
              </a:xfrm>
              <a:prstGeom prst="ellipse">
                <a:avLst/>
              </a:prstGeom>
              <a:solidFill>
                <a:srgbClr val="3569B0"/>
              </a:solidFill>
              <a:ln>
                <a:noFill/>
              </a:ln>
            </p:spPr>
            <p:txBody>
              <a:bodyPr rtlCol="0" anchor="ctr"/>
              <a:lstStyle/>
              <a:p>
                <a:pPr algn="ctr"/>
                <a:endParaRPr/>
              </a:p>
            </p:txBody>
          </p:sp>
          <p:sp>
            <p:nvSpPr>
              <p:cNvPr id="1934" name="Oval 1933">
                <a:extLst>
                  <a:ext uri="{FF2B5EF4-FFF2-40B4-BE49-F238E27FC236}">
                    <a16:creationId xmlns:a16="http://schemas.microsoft.com/office/drawing/2014/main" id="{E1C2B353-AB3A-B7F5-0AE0-223EB6B379DE}"/>
                  </a:ext>
                </a:extLst>
              </p:cNvPr>
              <p:cNvSpPr/>
              <p:nvPr/>
            </p:nvSpPr>
            <p:spPr>
              <a:xfrm>
                <a:off x="5029904" y="2848432"/>
                <a:ext cx="191210" cy="191210"/>
              </a:xfrm>
              <a:prstGeom prst="ellipse">
                <a:avLst/>
              </a:prstGeom>
              <a:solidFill>
                <a:srgbClr val="3569B0"/>
              </a:solidFill>
              <a:ln>
                <a:noFill/>
              </a:ln>
            </p:spPr>
            <p:txBody>
              <a:bodyPr rtlCol="0" anchor="ctr"/>
              <a:lstStyle/>
              <a:p>
                <a:pPr algn="ctr"/>
                <a:endParaRPr/>
              </a:p>
            </p:txBody>
          </p:sp>
          <p:sp>
            <p:nvSpPr>
              <p:cNvPr id="1935" name="Oval 1934">
                <a:extLst>
                  <a:ext uri="{FF2B5EF4-FFF2-40B4-BE49-F238E27FC236}">
                    <a16:creationId xmlns:a16="http://schemas.microsoft.com/office/drawing/2014/main" id="{82A2849E-EFCF-8B4B-1C93-9621690FF943}"/>
                  </a:ext>
                </a:extLst>
              </p:cNvPr>
              <p:cNvSpPr/>
              <p:nvPr/>
            </p:nvSpPr>
            <p:spPr>
              <a:xfrm>
                <a:off x="5295474" y="1786150"/>
                <a:ext cx="191210" cy="191210"/>
              </a:xfrm>
              <a:prstGeom prst="ellipse">
                <a:avLst/>
              </a:prstGeom>
              <a:solidFill>
                <a:srgbClr val="3569B0"/>
              </a:solidFill>
              <a:ln>
                <a:noFill/>
              </a:ln>
            </p:spPr>
            <p:txBody>
              <a:bodyPr rtlCol="0" anchor="ctr"/>
              <a:lstStyle/>
              <a:p>
                <a:pPr algn="ctr"/>
                <a:endParaRPr/>
              </a:p>
            </p:txBody>
          </p:sp>
          <p:sp>
            <p:nvSpPr>
              <p:cNvPr id="1936" name="Oval 1935">
                <a:extLst>
                  <a:ext uri="{FF2B5EF4-FFF2-40B4-BE49-F238E27FC236}">
                    <a16:creationId xmlns:a16="http://schemas.microsoft.com/office/drawing/2014/main" id="{35EDCC62-A460-F676-1B22-15E21749B501}"/>
                  </a:ext>
                </a:extLst>
              </p:cNvPr>
              <p:cNvSpPr/>
              <p:nvPr/>
            </p:nvSpPr>
            <p:spPr>
              <a:xfrm>
                <a:off x="5295474" y="2051721"/>
                <a:ext cx="191210" cy="191210"/>
              </a:xfrm>
              <a:prstGeom prst="ellipse">
                <a:avLst/>
              </a:prstGeom>
              <a:solidFill>
                <a:srgbClr val="3569B0"/>
              </a:solidFill>
              <a:ln>
                <a:noFill/>
              </a:ln>
            </p:spPr>
            <p:txBody>
              <a:bodyPr rtlCol="0" anchor="ctr"/>
              <a:lstStyle/>
              <a:p>
                <a:pPr algn="ctr"/>
                <a:endParaRPr/>
              </a:p>
            </p:txBody>
          </p:sp>
          <p:sp>
            <p:nvSpPr>
              <p:cNvPr id="1937" name="Oval 1936">
                <a:extLst>
                  <a:ext uri="{FF2B5EF4-FFF2-40B4-BE49-F238E27FC236}">
                    <a16:creationId xmlns:a16="http://schemas.microsoft.com/office/drawing/2014/main" id="{77E8B67C-F212-4525-75EA-AEE36E0A0955}"/>
                  </a:ext>
                </a:extLst>
              </p:cNvPr>
              <p:cNvSpPr/>
              <p:nvPr/>
            </p:nvSpPr>
            <p:spPr>
              <a:xfrm>
                <a:off x="5295474" y="2317291"/>
                <a:ext cx="191210" cy="191210"/>
              </a:xfrm>
              <a:prstGeom prst="ellipse">
                <a:avLst/>
              </a:prstGeom>
              <a:solidFill>
                <a:srgbClr val="3569B0"/>
              </a:solidFill>
              <a:ln>
                <a:noFill/>
              </a:ln>
            </p:spPr>
            <p:txBody>
              <a:bodyPr rtlCol="0" anchor="ctr"/>
              <a:lstStyle/>
              <a:p>
                <a:pPr algn="ctr"/>
                <a:endParaRPr/>
              </a:p>
            </p:txBody>
          </p:sp>
          <p:sp>
            <p:nvSpPr>
              <p:cNvPr id="1938" name="Oval 1937">
                <a:extLst>
                  <a:ext uri="{FF2B5EF4-FFF2-40B4-BE49-F238E27FC236}">
                    <a16:creationId xmlns:a16="http://schemas.microsoft.com/office/drawing/2014/main" id="{14EE36B2-3F03-EB34-3E1F-53D9E09E6BCE}"/>
                  </a:ext>
                </a:extLst>
              </p:cNvPr>
              <p:cNvSpPr/>
              <p:nvPr/>
            </p:nvSpPr>
            <p:spPr>
              <a:xfrm>
                <a:off x="5295474" y="2582862"/>
                <a:ext cx="191210" cy="191210"/>
              </a:xfrm>
              <a:prstGeom prst="ellipse">
                <a:avLst/>
              </a:prstGeom>
              <a:solidFill>
                <a:srgbClr val="3569B0"/>
              </a:solidFill>
              <a:ln>
                <a:noFill/>
              </a:ln>
            </p:spPr>
            <p:txBody>
              <a:bodyPr rtlCol="0" anchor="ctr"/>
              <a:lstStyle/>
              <a:p>
                <a:pPr algn="ctr"/>
                <a:endParaRPr/>
              </a:p>
            </p:txBody>
          </p:sp>
          <p:sp>
            <p:nvSpPr>
              <p:cNvPr id="1939" name="Oval 1938">
                <a:extLst>
                  <a:ext uri="{FF2B5EF4-FFF2-40B4-BE49-F238E27FC236}">
                    <a16:creationId xmlns:a16="http://schemas.microsoft.com/office/drawing/2014/main" id="{4E467C0D-5FFD-BB69-C856-7140D0673E7B}"/>
                  </a:ext>
                </a:extLst>
              </p:cNvPr>
              <p:cNvSpPr/>
              <p:nvPr/>
            </p:nvSpPr>
            <p:spPr>
              <a:xfrm>
                <a:off x="5295474" y="2848432"/>
                <a:ext cx="191210" cy="191210"/>
              </a:xfrm>
              <a:prstGeom prst="ellipse">
                <a:avLst/>
              </a:prstGeom>
              <a:solidFill>
                <a:srgbClr val="3569B0"/>
              </a:solidFill>
              <a:ln>
                <a:noFill/>
              </a:ln>
            </p:spPr>
            <p:txBody>
              <a:bodyPr rtlCol="0" anchor="ctr"/>
              <a:lstStyle/>
              <a:p>
                <a:pPr algn="ctr"/>
                <a:endParaRPr/>
              </a:p>
            </p:txBody>
          </p:sp>
          <p:sp>
            <p:nvSpPr>
              <p:cNvPr id="1940" name="Oval 1939">
                <a:extLst>
                  <a:ext uri="{FF2B5EF4-FFF2-40B4-BE49-F238E27FC236}">
                    <a16:creationId xmlns:a16="http://schemas.microsoft.com/office/drawing/2014/main" id="{B7A8951D-AAFA-B3B8-26B2-7067D7402270}"/>
                  </a:ext>
                </a:extLst>
              </p:cNvPr>
              <p:cNvSpPr/>
              <p:nvPr/>
            </p:nvSpPr>
            <p:spPr>
              <a:xfrm>
                <a:off x="5561045" y="1786150"/>
                <a:ext cx="191210" cy="191210"/>
              </a:xfrm>
              <a:prstGeom prst="ellipse">
                <a:avLst/>
              </a:prstGeom>
              <a:solidFill>
                <a:srgbClr val="3569B0"/>
              </a:solidFill>
              <a:ln>
                <a:noFill/>
              </a:ln>
            </p:spPr>
            <p:txBody>
              <a:bodyPr rtlCol="0" anchor="ctr"/>
              <a:lstStyle/>
              <a:p>
                <a:pPr algn="ctr"/>
                <a:endParaRPr/>
              </a:p>
            </p:txBody>
          </p:sp>
          <p:sp>
            <p:nvSpPr>
              <p:cNvPr id="1941" name="Oval 1940">
                <a:extLst>
                  <a:ext uri="{FF2B5EF4-FFF2-40B4-BE49-F238E27FC236}">
                    <a16:creationId xmlns:a16="http://schemas.microsoft.com/office/drawing/2014/main" id="{DB3B7672-6414-B8C9-83F0-1A4E0E0B4ECC}"/>
                  </a:ext>
                </a:extLst>
              </p:cNvPr>
              <p:cNvSpPr/>
              <p:nvPr/>
            </p:nvSpPr>
            <p:spPr>
              <a:xfrm>
                <a:off x="5561045" y="2051721"/>
                <a:ext cx="191210" cy="191210"/>
              </a:xfrm>
              <a:prstGeom prst="ellipse">
                <a:avLst/>
              </a:prstGeom>
              <a:solidFill>
                <a:srgbClr val="3569B0"/>
              </a:solidFill>
              <a:ln>
                <a:noFill/>
              </a:ln>
            </p:spPr>
            <p:txBody>
              <a:bodyPr rtlCol="0" anchor="ctr"/>
              <a:lstStyle/>
              <a:p>
                <a:pPr algn="ctr"/>
                <a:endParaRPr/>
              </a:p>
            </p:txBody>
          </p:sp>
          <p:sp>
            <p:nvSpPr>
              <p:cNvPr id="1942" name="Oval 1941">
                <a:extLst>
                  <a:ext uri="{FF2B5EF4-FFF2-40B4-BE49-F238E27FC236}">
                    <a16:creationId xmlns:a16="http://schemas.microsoft.com/office/drawing/2014/main" id="{D65EE094-B8F7-39AA-5FFB-DFDD60FEDADE}"/>
                  </a:ext>
                </a:extLst>
              </p:cNvPr>
              <p:cNvSpPr/>
              <p:nvPr/>
            </p:nvSpPr>
            <p:spPr>
              <a:xfrm>
                <a:off x="5561045" y="2317291"/>
                <a:ext cx="191210" cy="191210"/>
              </a:xfrm>
              <a:prstGeom prst="ellipse">
                <a:avLst/>
              </a:prstGeom>
              <a:solidFill>
                <a:srgbClr val="3569B0"/>
              </a:solidFill>
              <a:ln>
                <a:noFill/>
              </a:ln>
            </p:spPr>
            <p:txBody>
              <a:bodyPr rtlCol="0" anchor="ctr"/>
              <a:lstStyle/>
              <a:p>
                <a:pPr algn="ctr"/>
                <a:endParaRPr/>
              </a:p>
            </p:txBody>
          </p:sp>
          <p:sp>
            <p:nvSpPr>
              <p:cNvPr id="1943" name="Oval 1942">
                <a:extLst>
                  <a:ext uri="{FF2B5EF4-FFF2-40B4-BE49-F238E27FC236}">
                    <a16:creationId xmlns:a16="http://schemas.microsoft.com/office/drawing/2014/main" id="{67163397-B6FC-C939-96B2-278DC8D449F1}"/>
                  </a:ext>
                </a:extLst>
              </p:cNvPr>
              <p:cNvSpPr/>
              <p:nvPr/>
            </p:nvSpPr>
            <p:spPr>
              <a:xfrm>
                <a:off x="5561045" y="2582862"/>
                <a:ext cx="191210" cy="191210"/>
              </a:xfrm>
              <a:prstGeom prst="ellipse">
                <a:avLst/>
              </a:prstGeom>
              <a:solidFill>
                <a:srgbClr val="3569B0"/>
              </a:solidFill>
              <a:ln>
                <a:noFill/>
              </a:ln>
            </p:spPr>
            <p:txBody>
              <a:bodyPr rtlCol="0" anchor="ctr"/>
              <a:lstStyle/>
              <a:p>
                <a:pPr algn="ctr"/>
                <a:endParaRPr/>
              </a:p>
            </p:txBody>
          </p:sp>
          <p:sp>
            <p:nvSpPr>
              <p:cNvPr id="1944" name="Oval 1943">
                <a:extLst>
                  <a:ext uri="{FF2B5EF4-FFF2-40B4-BE49-F238E27FC236}">
                    <a16:creationId xmlns:a16="http://schemas.microsoft.com/office/drawing/2014/main" id="{6DC04CE8-0862-99FF-8FDD-ACD2AEBF181B}"/>
                  </a:ext>
                </a:extLst>
              </p:cNvPr>
              <p:cNvSpPr/>
              <p:nvPr/>
            </p:nvSpPr>
            <p:spPr>
              <a:xfrm>
                <a:off x="5561045" y="2848432"/>
                <a:ext cx="191210" cy="191210"/>
              </a:xfrm>
              <a:prstGeom prst="ellipse">
                <a:avLst/>
              </a:prstGeom>
              <a:solidFill>
                <a:srgbClr val="3569B0"/>
              </a:solidFill>
              <a:ln>
                <a:noFill/>
              </a:ln>
            </p:spPr>
            <p:txBody>
              <a:bodyPr rtlCol="0" anchor="ctr"/>
              <a:lstStyle/>
              <a:p>
                <a:pPr algn="ctr"/>
                <a:endParaRPr/>
              </a:p>
            </p:txBody>
          </p:sp>
          <p:sp>
            <p:nvSpPr>
              <p:cNvPr id="1945" name="Oval 1944">
                <a:extLst>
                  <a:ext uri="{FF2B5EF4-FFF2-40B4-BE49-F238E27FC236}">
                    <a16:creationId xmlns:a16="http://schemas.microsoft.com/office/drawing/2014/main" id="{8BC322EF-0A56-7D2B-0ADB-9242BACC88E1}"/>
                  </a:ext>
                </a:extLst>
              </p:cNvPr>
              <p:cNvSpPr/>
              <p:nvPr/>
            </p:nvSpPr>
            <p:spPr>
              <a:xfrm>
                <a:off x="5826615" y="1786150"/>
                <a:ext cx="191210" cy="191210"/>
              </a:xfrm>
              <a:prstGeom prst="ellipse">
                <a:avLst/>
              </a:prstGeom>
              <a:solidFill>
                <a:srgbClr val="3569B0"/>
              </a:solidFill>
              <a:ln>
                <a:noFill/>
              </a:ln>
            </p:spPr>
            <p:txBody>
              <a:bodyPr rtlCol="0" anchor="ctr"/>
              <a:lstStyle/>
              <a:p>
                <a:pPr algn="ctr"/>
                <a:endParaRPr/>
              </a:p>
            </p:txBody>
          </p:sp>
          <p:sp>
            <p:nvSpPr>
              <p:cNvPr id="1946" name="Oval 1945">
                <a:extLst>
                  <a:ext uri="{FF2B5EF4-FFF2-40B4-BE49-F238E27FC236}">
                    <a16:creationId xmlns:a16="http://schemas.microsoft.com/office/drawing/2014/main" id="{9E2B05C1-8DF8-7036-1842-17F0989C34FE}"/>
                  </a:ext>
                </a:extLst>
              </p:cNvPr>
              <p:cNvSpPr/>
              <p:nvPr/>
            </p:nvSpPr>
            <p:spPr>
              <a:xfrm>
                <a:off x="5826615" y="2051721"/>
                <a:ext cx="191210" cy="191210"/>
              </a:xfrm>
              <a:prstGeom prst="ellipse">
                <a:avLst/>
              </a:prstGeom>
              <a:solidFill>
                <a:srgbClr val="3569B0"/>
              </a:solidFill>
              <a:ln>
                <a:noFill/>
              </a:ln>
            </p:spPr>
            <p:txBody>
              <a:bodyPr rtlCol="0" anchor="ctr"/>
              <a:lstStyle/>
              <a:p>
                <a:pPr algn="ctr"/>
                <a:endParaRPr/>
              </a:p>
            </p:txBody>
          </p:sp>
          <p:sp>
            <p:nvSpPr>
              <p:cNvPr id="1947" name="Oval 1946">
                <a:extLst>
                  <a:ext uri="{FF2B5EF4-FFF2-40B4-BE49-F238E27FC236}">
                    <a16:creationId xmlns:a16="http://schemas.microsoft.com/office/drawing/2014/main" id="{08E1CABC-4C7F-B670-135D-8CF352A18CC9}"/>
                  </a:ext>
                </a:extLst>
              </p:cNvPr>
              <p:cNvSpPr/>
              <p:nvPr/>
            </p:nvSpPr>
            <p:spPr>
              <a:xfrm>
                <a:off x="5826615" y="2317291"/>
                <a:ext cx="191210" cy="191210"/>
              </a:xfrm>
              <a:prstGeom prst="ellipse">
                <a:avLst/>
              </a:prstGeom>
              <a:solidFill>
                <a:srgbClr val="3569B0"/>
              </a:solidFill>
              <a:ln>
                <a:noFill/>
              </a:ln>
            </p:spPr>
            <p:txBody>
              <a:bodyPr rtlCol="0" anchor="ctr"/>
              <a:lstStyle/>
              <a:p>
                <a:pPr algn="ctr"/>
                <a:endParaRPr/>
              </a:p>
            </p:txBody>
          </p:sp>
          <p:sp>
            <p:nvSpPr>
              <p:cNvPr id="1948" name="Oval 1947">
                <a:extLst>
                  <a:ext uri="{FF2B5EF4-FFF2-40B4-BE49-F238E27FC236}">
                    <a16:creationId xmlns:a16="http://schemas.microsoft.com/office/drawing/2014/main" id="{7AC5953D-94B1-FF78-3406-CF24EBB4940D}"/>
                  </a:ext>
                </a:extLst>
              </p:cNvPr>
              <p:cNvSpPr/>
              <p:nvPr/>
            </p:nvSpPr>
            <p:spPr>
              <a:xfrm>
                <a:off x="5826615" y="2582862"/>
                <a:ext cx="191210" cy="191210"/>
              </a:xfrm>
              <a:prstGeom prst="ellipse">
                <a:avLst/>
              </a:prstGeom>
              <a:solidFill>
                <a:srgbClr val="3569B0"/>
              </a:solidFill>
              <a:ln>
                <a:noFill/>
              </a:ln>
            </p:spPr>
            <p:txBody>
              <a:bodyPr rtlCol="0" anchor="ctr"/>
              <a:lstStyle/>
              <a:p>
                <a:pPr algn="ctr"/>
                <a:endParaRPr/>
              </a:p>
            </p:txBody>
          </p:sp>
          <p:sp>
            <p:nvSpPr>
              <p:cNvPr id="1949" name="Oval 1948">
                <a:extLst>
                  <a:ext uri="{FF2B5EF4-FFF2-40B4-BE49-F238E27FC236}">
                    <a16:creationId xmlns:a16="http://schemas.microsoft.com/office/drawing/2014/main" id="{7DCA8D86-8679-EF18-FE06-DD483EA74024}"/>
                  </a:ext>
                </a:extLst>
              </p:cNvPr>
              <p:cNvSpPr/>
              <p:nvPr/>
            </p:nvSpPr>
            <p:spPr>
              <a:xfrm>
                <a:off x="5826615" y="2848432"/>
                <a:ext cx="191210" cy="191210"/>
              </a:xfrm>
              <a:prstGeom prst="ellipse">
                <a:avLst/>
              </a:prstGeom>
              <a:solidFill>
                <a:srgbClr val="3569B0"/>
              </a:solidFill>
              <a:ln>
                <a:noFill/>
              </a:ln>
            </p:spPr>
            <p:txBody>
              <a:bodyPr rtlCol="0" anchor="ctr"/>
              <a:lstStyle/>
              <a:p>
                <a:pPr algn="ctr"/>
                <a:endParaRPr/>
              </a:p>
            </p:txBody>
          </p:sp>
          <p:sp>
            <p:nvSpPr>
              <p:cNvPr id="1950" name="Oval 1949">
                <a:extLst>
                  <a:ext uri="{FF2B5EF4-FFF2-40B4-BE49-F238E27FC236}">
                    <a16:creationId xmlns:a16="http://schemas.microsoft.com/office/drawing/2014/main" id="{09781430-CB52-EDD0-D4CF-FD41A992167A}"/>
                  </a:ext>
                </a:extLst>
              </p:cNvPr>
              <p:cNvSpPr/>
              <p:nvPr/>
            </p:nvSpPr>
            <p:spPr>
              <a:xfrm>
                <a:off x="6092186" y="1786150"/>
                <a:ext cx="191210" cy="191210"/>
              </a:xfrm>
              <a:prstGeom prst="ellipse">
                <a:avLst/>
              </a:prstGeom>
              <a:solidFill>
                <a:srgbClr val="3569B0"/>
              </a:solidFill>
              <a:ln>
                <a:noFill/>
              </a:ln>
            </p:spPr>
            <p:txBody>
              <a:bodyPr rtlCol="0" anchor="ctr"/>
              <a:lstStyle/>
              <a:p>
                <a:pPr algn="ctr"/>
                <a:endParaRPr/>
              </a:p>
            </p:txBody>
          </p:sp>
          <p:sp>
            <p:nvSpPr>
              <p:cNvPr id="1951" name="Oval 1950">
                <a:extLst>
                  <a:ext uri="{FF2B5EF4-FFF2-40B4-BE49-F238E27FC236}">
                    <a16:creationId xmlns:a16="http://schemas.microsoft.com/office/drawing/2014/main" id="{208150D8-C8E6-1FBA-5279-821F2E96C0E0}"/>
                  </a:ext>
                </a:extLst>
              </p:cNvPr>
              <p:cNvSpPr/>
              <p:nvPr/>
            </p:nvSpPr>
            <p:spPr>
              <a:xfrm>
                <a:off x="6092186" y="2051721"/>
                <a:ext cx="191210" cy="191210"/>
              </a:xfrm>
              <a:prstGeom prst="ellipse">
                <a:avLst/>
              </a:prstGeom>
              <a:solidFill>
                <a:srgbClr val="3569B0"/>
              </a:solidFill>
              <a:ln>
                <a:noFill/>
              </a:ln>
            </p:spPr>
            <p:txBody>
              <a:bodyPr rtlCol="0" anchor="ctr"/>
              <a:lstStyle/>
              <a:p>
                <a:pPr algn="ctr"/>
                <a:endParaRPr/>
              </a:p>
            </p:txBody>
          </p:sp>
          <p:sp>
            <p:nvSpPr>
              <p:cNvPr id="1952" name="Oval 1951">
                <a:extLst>
                  <a:ext uri="{FF2B5EF4-FFF2-40B4-BE49-F238E27FC236}">
                    <a16:creationId xmlns:a16="http://schemas.microsoft.com/office/drawing/2014/main" id="{A1A74E69-BE33-3992-CA31-ED423FA24DA7}"/>
                  </a:ext>
                </a:extLst>
              </p:cNvPr>
              <p:cNvSpPr/>
              <p:nvPr/>
            </p:nvSpPr>
            <p:spPr>
              <a:xfrm>
                <a:off x="6092186" y="2317291"/>
                <a:ext cx="191210" cy="191210"/>
              </a:xfrm>
              <a:prstGeom prst="ellipse">
                <a:avLst/>
              </a:prstGeom>
              <a:solidFill>
                <a:srgbClr val="FFFFFF"/>
              </a:solidFill>
              <a:ln>
                <a:noFill/>
              </a:ln>
            </p:spPr>
            <p:txBody>
              <a:bodyPr rtlCol="0" anchor="ctr"/>
              <a:lstStyle/>
              <a:p>
                <a:pPr algn="ctr"/>
                <a:endParaRPr/>
              </a:p>
            </p:txBody>
          </p:sp>
          <p:sp>
            <p:nvSpPr>
              <p:cNvPr id="1953" name="Oval 1952">
                <a:extLst>
                  <a:ext uri="{FF2B5EF4-FFF2-40B4-BE49-F238E27FC236}">
                    <a16:creationId xmlns:a16="http://schemas.microsoft.com/office/drawing/2014/main" id="{B9C73F20-A2ED-213C-3429-4F999D53834B}"/>
                  </a:ext>
                </a:extLst>
              </p:cNvPr>
              <p:cNvSpPr/>
              <p:nvPr/>
            </p:nvSpPr>
            <p:spPr>
              <a:xfrm>
                <a:off x="6092186" y="2582862"/>
                <a:ext cx="191210" cy="191210"/>
              </a:xfrm>
              <a:prstGeom prst="ellipse">
                <a:avLst/>
              </a:prstGeom>
              <a:solidFill>
                <a:srgbClr val="FFFFFF"/>
              </a:solidFill>
              <a:ln>
                <a:noFill/>
              </a:ln>
            </p:spPr>
            <p:txBody>
              <a:bodyPr rtlCol="0" anchor="ctr"/>
              <a:lstStyle/>
              <a:p>
                <a:pPr algn="ctr"/>
                <a:endParaRPr/>
              </a:p>
            </p:txBody>
          </p:sp>
          <p:sp>
            <p:nvSpPr>
              <p:cNvPr id="1954" name="Oval 1953">
                <a:extLst>
                  <a:ext uri="{FF2B5EF4-FFF2-40B4-BE49-F238E27FC236}">
                    <a16:creationId xmlns:a16="http://schemas.microsoft.com/office/drawing/2014/main" id="{07C19D66-C478-440E-365D-5B5B5276F321}"/>
                  </a:ext>
                </a:extLst>
              </p:cNvPr>
              <p:cNvSpPr/>
              <p:nvPr/>
            </p:nvSpPr>
            <p:spPr>
              <a:xfrm>
                <a:off x="6092186" y="2848432"/>
                <a:ext cx="191210" cy="191210"/>
              </a:xfrm>
              <a:prstGeom prst="ellipse">
                <a:avLst/>
              </a:prstGeom>
              <a:solidFill>
                <a:srgbClr val="FFFFFF"/>
              </a:solidFill>
              <a:ln>
                <a:noFill/>
              </a:ln>
            </p:spPr>
            <p:txBody>
              <a:bodyPr rtlCol="0" anchor="ctr"/>
              <a:lstStyle/>
              <a:p>
                <a:pPr algn="ctr"/>
                <a:endParaRPr/>
              </a:p>
            </p:txBody>
          </p:sp>
          <p:sp>
            <p:nvSpPr>
              <p:cNvPr id="1955" name="Oval 1954">
                <a:extLst>
                  <a:ext uri="{FF2B5EF4-FFF2-40B4-BE49-F238E27FC236}">
                    <a16:creationId xmlns:a16="http://schemas.microsoft.com/office/drawing/2014/main" id="{4093DC1C-50EC-49DC-EB0E-70B109138BA0}"/>
                  </a:ext>
                </a:extLst>
              </p:cNvPr>
              <p:cNvSpPr/>
              <p:nvPr/>
            </p:nvSpPr>
            <p:spPr>
              <a:xfrm>
                <a:off x="6357756" y="1786150"/>
                <a:ext cx="191210" cy="191210"/>
              </a:xfrm>
              <a:prstGeom prst="ellipse">
                <a:avLst/>
              </a:prstGeom>
              <a:solidFill>
                <a:srgbClr val="FFFFFF"/>
              </a:solidFill>
              <a:ln>
                <a:noFill/>
              </a:ln>
            </p:spPr>
            <p:txBody>
              <a:bodyPr rtlCol="0" anchor="ctr"/>
              <a:lstStyle/>
              <a:p>
                <a:pPr algn="ctr"/>
                <a:endParaRPr/>
              </a:p>
            </p:txBody>
          </p:sp>
          <p:sp>
            <p:nvSpPr>
              <p:cNvPr id="1956" name="Oval 1955">
                <a:extLst>
                  <a:ext uri="{FF2B5EF4-FFF2-40B4-BE49-F238E27FC236}">
                    <a16:creationId xmlns:a16="http://schemas.microsoft.com/office/drawing/2014/main" id="{13795EE6-86D9-1AFC-463B-25386DAF4472}"/>
                  </a:ext>
                </a:extLst>
              </p:cNvPr>
              <p:cNvSpPr/>
              <p:nvPr/>
            </p:nvSpPr>
            <p:spPr>
              <a:xfrm>
                <a:off x="6357756" y="2051721"/>
                <a:ext cx="191210" cy="191210"/>
              </a:xfrm>
              <a:prstGeom prst="ellipse">
                <a:avLst/>
              </a:prstGeom>
              <a:solidFill>
                <a:srgbClr val="FFFFFF"/>
              </a:solidFill>
              <a:ln>
                <a:noFill/>
              </a:ln>
            </p:spPr>
            <p:txBody>
              <a:bodyPr rtlCol="0" anchor="ctr"/>
              <a:lstStyle/>
              <a:p>
                <a:pPr algn="ctr"/>
                <a:endParaRPr/>
              </a:p>
            </p:txBody>
          </p:sp>
          <p:sp>
            <p:nvSpPr>
              <p:cNvPr id="1957" name="Oval 1956">
                <a:extLst>
                  <a:ext uri="{FF2B5EF4-FFF2-40B4-BE49-F238E27FC236}">
                    <a16:creationId xmlns:a16="http://schemas.microsoft.com/office/drawing/2014/main" id="{850766E2-EE2E-DDB5-7E97-18BB36E9FD5F}"/>
                  </a:ext>
                </a:extLst>
              </p:cNvPr>
              <p:cNvSpPr/>
              <p:nvPr/>
            </p:nvSpPr>
            <p:spPr>
              <a:xfrm>
                <a:off x="6357756" y="2317291"/>
                <a:ext cx="191210" cy="191210"/>
              </a:xfrm>
              <a:prstGeom prst="ellipse">
                <a:avLst/>
              </a:prstGeom>
              <a:solidFill>
                <a:srgbClr val="FFFFFF"/>
              </a:solidFill>
              <a:ln>
                <a:noFill/>
              </a:ln>
            </p:spPr>
            <p:txBody>
              <a:bodyPr rtlCol="0" anchor="ctr"/>
              <a:lstStyle/>
              <a:p>
                <a:pPr algn="ctr"/>
                <a:endParaRPr/>
              </a:p>
            </p:txBody>
          </p:sp>
          <p:sp>
            <p:nvSpPr>
              <p:cNvPr id="1958" name="Oval 1957">
                <a:extLst>
                  <a:ext uri="{FF2B5EF4-FFF2-40B4-BE49-F238E27FC236}">
                    <a16:creationId xmlns:a16="http://schemas.microsoft.com/office/drawing/2014/main" id="{5697505F-1EAE-BBAC-6EC0-8F632D2CFE3F}"/>
                  </a:ext>
                </a:extLst>
              </p:cNvPr>
              <p:cNvSpPr/>
              <p:nvPr/>
            </p:nvSpPr>
            <p:spPr>
              <a:xfrm>
                <a:off x="6357756" y="2582862"/>
                <a:ext cx="191210" cy="191210"/>
              </a:xfrm>
              <a:prstGeom prst="ellipse">
                <a:avLst/>
              </a:prstGeom>
              <a:solidFill>
                <a:srgbClr val="FFFFFF"/>
              </a:solidFill>
              <a:ln>
                <a:noFill/>
              </a:ln>
            </p:spPr>
            <p:txBody>
              <a:bodyPr rtlCol="0" anchor="ctr"/>
              <a:lstStyle/>
              <a:p>
                <a:pPr algn="ctr"/>
                <a:endParaRPr/>
              </a:p>
            </p:txBody>
          </p:sp>
          <p:sp>
            <p:nvSpPr>
              <p:cNvPr id="1959" name="Oval 1958">
                <a:extLst>
                  <a:ext uri="{FF2B5EF4-FFF2-40B4-BE49-F238E27FC236}">
                    <a16:creationId xmlns:a16="http://schemas.microsoft.com/office/drawing/2014/main" id="{51949A9B-AEF1-A1FC-FE24-58966F35E8A4}"/>
                  </a:ext>
                </a:extLst>
              </p:cNvPr>
              <p:cNvSpPr/>
              <p:nvPr/>
            </p:nvSpPr>
            <p:spPr>
              <a:xfrm>
                <a:off x="6357756" y="2848432"/>
                <a:ext cx="191210" cy="191210"/>
              </a:xfrm>
              <a:prstGeom prst="ellipse">
                <a:avLst/>
              </a:prstGeom>
              <a:solidFill>
                <a:srgbClr val="FFFFFF"/>
              </a:solidFill>
              <a:ln>
                <a:noFill/>
              </a:ln>
            </p:spPr>
            <p:txBody>
              <a:bodyPr rtlCol="0" anchor="ctr"/>
              <a:lstStyle/>
              <a:p>
                <a:pPr algn="ctr"/>
                <a:endParaRPr/>
              </a:p>
            </p:txBody>
          </p:sp>
          <p:sp>
            <p:nvSpPr>
              <p:cNvPr id="1960" name="Oval 1959">
                <a:extLst>
                  <a:ext uri="{FF2B5EF4-FFF2-40B4-BE49-F238E27FC236}">
                    <a16:creationId xmlns:a16="http://schemas.microsoft.com/office/drawing/2014/main" id="{E0D924DB-C223-F8AE-E599-123EEC7F5D7C}"/>
                  </a:ext>
                </a:extLst>
              </p:cNvPr>
              <p:cNvSpPr/>
              <p:nvPr/>
            </p:nvSpPr>
            <p:spPr>
              <a:xfrm>
                <a:off x="6623326" y="1786150"/>
                <a:ext cx="191210" cy="191210"/>
              </a:xfrm>
              <a:prstGeom prst="ellipse">
                <a:avLst/>
              </a:prstGeom>
              <a:solidFill>
                <a:srgbClr val="FFFFFF"/>
              </a:solidFill>
              <a:ln>
                <a:noFill/>
              </a:ln>
            </p:spPr>
            <p:txBody>
              <a:bodyPr rtlCol="0" anchor="ctr"/>
              <a:lstStyle/>
              <a:p>
                <a:pPr algn="ctr"/>
                <a:endParaRPr/>
              </a:p>
            </p:txBody>
          </p:sp>
          <p:sp>
            <p:nvSpPr>
              <p:cNvPr id="1961" name="Oval 1960">
                <a:extLst>
                  <a:ext uri="{FF2B5EF4-FFF2-40B4-BE49-F238E27FC236}">
                    <a16:creationId xmlns:a16="http://schemas.microsoft.com/office/drawing/2014/main" id="{0B1AAF3D-8595-58A1-2868-A744232171D6}"/>
                  </a:ext>
                </a:extLst>
              </p:cNvPr>
              <p:cNvSpPr/>
              <p:nvPr/>
            </p:nvSpPr>
            <p:spPr>
              <a:xfrm>
                <a:off x="6623326" y="2051721"/>
                <a:ext cx="191210" cy="191210"/>
              </a:xfrm>
              <a:prstGeom prst="ellipse">
                <a:avLst/>
              </a:prstGeom>
              <a:solidFill>
                <a:srgbClr val="FFFFFF"/>
              </a:solidFill>
              <a:ln>
                <a:noFill/>
              </a:ln>
            </p:spPr>
            <p:txBody>
              <a:bodyPr rtlCol="0" anchor="ctr"/>
              <a:lstStyle/>
              <a:p>
                <a:pPr algn="ctr"/>
                <a:endParaRPr/>
              </a:p>
            </p:txBody>
          </p:sp>
          <p:sp>
            <p:nvSpPr>
              <p:cNvPr id="1962" name="Oval 1961">
                <a:extLst>
                  <a:ext uri="{FF2B5EF4-FFF2-40B4-BE49-F238E27FC236}">
                    <a16:creationId xmlns:a16="http://schemas.microsoft.com/office/drawing/2014/main" id="{B45EBCF8-AE2C-AF66-0D35-832AC462076C}"/>
                  </a:ext>
                </a:extLst>
              </p:cNvPr>
              <p:cNvSpPr/>
              <p:nvPr/>
            </p:nvSpPr>
            <p:spPr>
              <a:xfrm>
                <a:off x="6623326" y="2317291"/>
                <a:ext cx="191210" cy="191210"/>
              </a:xfrm>
              <a:prstGeom prst="ellipse">
                <a:avLst/>
              </a:prstGeom>
              <a:solidFill>
                <a:srgbClr val="FFFFFF"/>
              </a:solidFill>
              <a:ln>
                <a:noFill/>
              </a:ln>
            </p:spPr>
            <p:txBody>
              <a:bodyPr rtlCol="0" anchor="ctr"/>
              <a:lstStyle/>
              <a:p>
                <a:pPr algn="ctr"/>
                <a:endParaRPr/>
              </a:p>
            </p:txBody>
          </p:sp>
          <p:sp>
            <p:nvSpPr>
              <p:cNvPr id="1963" name="Oval 1962">
                <a:extLst>
                  <a:ext uri="{FF2B5EF4-FFF2-40B4-BE49-F238E27FC236}">
                    <a16:creationId xmlns:a16="http://schemas.microsoft.com/office/drawing/2014/main" id="{1A6E447A-CF79-7925-DE3A-11DB94FFD7FE}"/>
                  </a:ext>
                </a:extLst>
              </p:cNvPr>
              <p:cNvSpPr/>
              <p:nvPr/>
            </p:nvSpPr>
            <p:spPr>
              <a:xfrm>
                <a:off x="6623326" y="2582862"/>
                <a:ext cx="191210" cy="191210"/>
              </a:xfrm>
              <a:prstGeom prst="ellipse">
                <a:avLst/>
              </a:prstGeom>
              <a:solidFill>
                <a:srgbClr val="FFFFFF"/>
              </a:solidFill>
              <a:ln>
                <a:noFill/>
              </a:ln>
            </p:spPr>
            <p:txBody>
              <a:bodyPr rtlCol="0" anchor="ctr"/>
              <a:lstStyle/>
              <a:p>
                <a:pPr algn="ctr"/>
                <a:endParaRPr/>
              </a:p>
            </p:txBody>
          </p:sp>
          <p:sp>
            <p:nvSpPr>
              <p:cNvPr id="1964" name="Oval 1963">
                <a:extLst>
                  <a:ext uri="{FF2B5EF4-FFF2-40B4-BE49-F238E27FC236}">
                    <a16:creationId xmlns:a16="http://schemas.microsoft.com/office/drawing/2014/main" id="{CFDE1ACC-8D53-8B12-7F83-4F5CDC6C46A8}"/>
                  </a:ext>
                </a:extLst>
              </p:cNvPr>
              <p:cNvSpPr/>
              <p:nvPr/>
            </p:nvSpPr>
            <p:spPr>
              <a:xfrm>
                <a:off x="6623326" y="2848432"/>
                <a:ext cx="191210" cy="191210"/>
              </a:xfrm>
              <a:prstGeom prst="ellipse">
                <a:avLst/>
              </a:prstGeom>
              <a:solidFill>
                <a:srgbClr val="FFFFFF"/>
              </a:solidFill>
              <a:ln>
                <a:noFill/>
              </a:ln>
            </p:spPr>
            <p:txBody>
              <a:bodyPr rtlCol="0" anchor="ctr"/>
              <a:lstStyle/>
              <a:p>
                <a:pPr algn="ctr"/>
                <a:endParaRPr/>
              </a:p>
            </p:txBody>
          </p:sp>
          <p:sp>
            <p:nvSpPr>
              <p:cNvPr id="1965" name="Oval 1964">
                <a:extLst>
                  <a:ext uri="{FF2B5EF4-FFF2-40B4-BE49-F238E27FC236}">
                    <a16:creationId xmlns:a16="http://schemas.microsoft.com/office/drawing/2014/main" id="{06D335DA-785D-074A-3344-68604287BD43}"/>
                  </a:ext>
                </a:extLst>
              </p:cNvPr>
              <p:cNvSpPr/>
              <p:nvPr/>
            </p:nvSpPr>
            <p:spPr>
              <a:xfrm>
                <a:off x="6888897" y="1786150"/>
                <a:ext cx="191210" cy="191210"/>
              </a:xfrm>
              <a:prstGeom prst="ellipse">
                <a:avLst/>
              </a:prstGeom>
              <a:solidFill>
                <a:srgbClr val="FFFFFF"/>
              </a:solidFill>
              <a:ln>
                <a:noFill/>
              </a:ln>
            </p:spPr>
            <p:txBody>
              <a:bodyPr rtlCol="0" anchor="ctr"/>
              <a:lstStyle/>
              <a:p>
                <a:pPr algn="ctr"/>
                <a:endParaRPr/>
              </a:p>
            </p:txBody>
          </p:sp>
          <p:sp>
            <p:nvSpPr>
              <p:cNvPr id="1966" name="Oval 1965">
                <a:extLst>
                  <a:ext uri="{FF2B5EF4-FFF2-40B4-BE49-F238E27FC236}">
                    <a16:creationId xmlns:a16="http://schemas.microsoft.com/office/drawing/2014/main" id="{C2537816-B856-1D6C-E5D0-670B65C4374B}"/>
                  </a:ext>
                </a:extLst>
              </p:cNvPr>
              <p:cNvSpPr/>
              <p:nvPr/>
            </p:nvSpPr>
            <p:spPr>
              <a:xfrm>
                <a:off x="6888897" y="2051721"/>
                <a:ext cx="191210" cy="191210"/>
              </a:xfrm>
              <a:prstGeom prst="ellipse">
                <a:avLst/>
              </a:prstGeom>
              <a:solidFill>
                <a:srgbClr val="FFFFFF"/>
              </a:solidFill>
              <a:ln>
                <a:noFill/>
              </a:ln>
            </p:spPr>
            <p:txBody>
              <a:bodyPr rtlCol="0" anchor="ctr"/>
              <a:lstStyle/>
              <a:p>
                <a:pPr algn="ctr"/>
                <a:endParaRPr/>
              </a:p>
            </p:txBody>
          </p:sp>
          <p:sp>
            <p:nvSpPr>
              <p:cNvPr id="1967" name="Oval 1966">
                <a:extLst>
                  <a:ext uri="{FF2B5EF4-FFF2-40B4-BE49-F238E27FC236}">
                    <a16:creationId xmlns:a16="http://schemas.microsoft.com/office/drawing/2014/main" id="{5341000D-4796-A25F-D623-3B8AA94AE58D}"/>
                  </a:ext>
                </a:extLst>
              </p:cNvPr>
              <p:cNvSpPr/>
              <p:nvPr/>
            </p:nvSpPr>
            <p:spPr>
              <a:xfrm>
                <a:off x="6888897" y="2317291"/>
                <a:ext cx="191210" cy="191210"/>
              </a:xfrm>
              <a:prstGeom prst="ellipse">
                <a:avLst/>
              </a:prstGeom>
              <a:solidFill>
                <a:srgbClr val="FFFFFF"/>
              </a:solidFill>
              <a:ln>
                <a:noFill/>
              </a:ln>
            </p:spPr>
            <p:txBody>
              <a:bodyPr rtlCol="0" anchor="ctr"/>
              <a:lstStyle/>
              <a:p>
                <a:pPr algn="ctr"/>
                <a:endParaRPr/>
              </a:p>
            </p:txBody>
          </p:sp>
          <p:sp>
            <p:nvSpPr>
              <p:cNvPr id="1968" name="Oval 1967">
                <a:extLst>
                  <a:ext uri="{FF2B5EF4-FFF2-40B4-BE49-F238E27FC236}">
                    <a16:creationId xmlns:a16="http://schemas.microsoft.com/office/drawing/2014/main" id="{5850976A-1966-D6E0-B2EA-E45AE4F601A8}"/>
                  </a:ext>
                </a:extLst>
              </p:cNvPr>
              <p:cNvSpPr/>
              <p:nvPr/>
            </p:nvSpPr>
            <p:spPr>
              <a:xfrm>
                <a:off x="6888897" y="2582862"/>
                <a:ext cx="191210" cy="191210"/>
              </a:xfrm>
              <a:prstGeom prst="ellipse">
                <a:avLst/>
              </a:prstGeom>
              <a:solidFill>
                <a:srgbClr val="FFFFFF"/>
              </a:solidFill>
              <a:ln>
                <a:noFill/>
              </a:ln>
            </p:spPr>
            <p:txBody>
              <a:bodyPr rtlCol="0" anchor="ctr"/>
              <a:lstStyle/>
              <a:p>
                <a:pPr algn="ctr"/>
                <a:endParaRPr/>
              </a:p>
            </p:txBody>
          </p:sp>
          <p:sp>
            <p:nvSpPr>
              <p:cNvPr id="1969" name="Oval 1968">
                <a:extLst>
                  <a:ext uri="{FF2B5EF4-FFF2-40B4-BE49-F238E27FC236}">
                    <a16:creationId xmlns:a16="http://schemas.microsoft.com/office/drawing/2014/main" id="{E8BFD4A2-729E-AB27-BD7D-4598BE42A348}"/>
                  </a:ext>
                </a:extLst>
              </p:cNvPr>
              <p:cNvSpPr/>
              <p:nvPr/>
            </p:nvSpPr>
            <p:spPr>
              <a:xfrm>
                <a:off x="6888897" y="2848432"/>
                <a:ext cx="191210" cy="191210"/>
              </a:xfrm>
              <a:prstGeom prst="ellipse">
                <a:avLst/>
              </a:prstGeom>
              <a:solidFill>
                <a:srgbClr val="FFFFFF"/>
              </a:solidFill>
              <a:ln>
                <a:noFill/>
              </a:ln>
            </p:spPr>
            <p:txBody>
              <a:bodyPr rtlCol="0" anchor="ctr"/>
              <a:lstStyle/>
              <a:p>
                <a:pPr algn="ctr"/>
                <a:endParaRPr/>
              </a:p>
            </p:txBody>
          </p:sp>
          <p:sp>
            <p:nvSpPr>
              <p:cNvPr id="1970" name="Oval 1969">
                <a:extLst>
                  <a:ext uri="{FF2B5EF4-FFF2-40B4-BE49-F238E27FC236}">
                    <a16:creationId xmlns:a16="http://schemas.microsoft.com/office/drawing/2014/main" id="{9505F535-E727-8DD6-9E01-DBA75C0353BC}"/>
                  </a:ext>
                </a:extLst>
              </p:cNvPr>
              <p:cNvSpPr/>
              <p:nvPr/>
            </p:nvSpPr>
            <p:spPr>
              <a:xfrm>
                <a:off x="7154467" y="1786150"/>
                <a:ext cx="191210" cy="191210"/>
              </a:xfrm>
              <a:prstGeom prst="ellipse">
                <a:avLst/>
              </a:prstGeom>
              <a:solidFill>
                <a:srgbClr val="FFFFFF"/>
              </a:solidFill>
              <a:ln>
                <a:noFill/>
              </a:ln>
            </p:spPr>
            <p:txBody>
              <a:bodyPr rtlCol="0" anchor="ctr"/>
              <a:lstStyle/>
              <a:p>
                <a:pPr algn="ctr"/>
                <a:endParaRPr/>
              </a:p>
            </p:txBody>
          </p:sp>
          <p:sp>
            <p:nvSpPr>
              <p:cNvPr id="1971" name="Oval 1970">
                <a:extLst>
                  <a:ext uri="{FF2B5EF4-FFF2-40B4-BE49-F238E27FC236}">
                    <a16:creationId xmlns:a16="http://schemas.microsoft.com/office/drawing/2014/main" id="{A1E5401B-7645-D375-B953-08005C044F9D}"/>
                  </a:ext>
                </a:extLst>
              </p:cNvPr>
              <p:cNvSpPr/>
              <p:nvPr/>
            </p:nvSpPr>
            <p:spPr>
              <a:xfrm>
                <a:off x="7154467" y="2051721"/>
                <a:ext cx="191210" cy="191210"/>
              </a:xfrm>
              <a:prstGeom prst="ellipse">
                <a:avLst/>
              </a:prstGeom>
              <a:solidFill>
                <a:srgbClr val="FFFFFF"/>
              </a:solidFill>
              <a:ln>
                <a:noFill/>
              </a:ln>
            </p:spPr>
            <p:txBody>
              <a:bodyPr rtlCol="0" anchor="ctr"/>
              <a:lstStyle/>
              <a:p>
                <a:pPr algn="ctr"/>
                <a:endParaRPr/>
              </a:p>
            </p:txBody>
          </p:sp>
          <p:sp>
            <p:nvSpPr>
              <p:cNvPr id="1972" name="Oval 1971">
                <a:extLst>
                  <a:ext uri="{FF2B5EF4-FFF2-40B4-BE49-F238E27FC236}">
                    <a16:creationId xmlns:a16="http://schemas.microsoft.com/office/drawing/2014/main" id="{213576BD-4E0A-5B45-122F-1F70035C1B41}"/>
                  </a:ext>
                </a:extLst>
              </p:cNvPr>
              <p:cNvSpPr/>
              <p:nvPr/>
            </p:nvSpPr>
            <p:spPr>
              <a:xfrm>
                <a:off x="7154467" y="2317291"/>
                <a:ext cx="191210" cy="191210"/>
              </a:xfrm>
              <a:prstGeom prst="ellipse">
                <a:avLst/>
              </a:prstGeom>
              <a:solidFill>
                <a:srgbClr val="FFFFFF"/>
              </a:solidFill>
              <a:ln>
                <a:noFill/>
              </a:ln>
            </p:spPr>
            <p:txBody>
              <a:bodyPr rtlCol="0" anchor="ctr"/>
              <a:lstStyle/>
              <a:p>
                <a:pPr algn="ctr"/>
                <a:endParaRPr/>
              </a:p>
            </p:txBody>
          </p:sp>
          <p:sp>
            <p:nvSpPr>
              <p:cNvPr id="1973" name="Oval 1972">
                <a:extLst>
                  <a:ext uri="{FF2B5EF4-FFF2-40B4-BE49-F238E27FC236}">
                    <a16:creationId xmlns:a16="http://schemas.microsoft.com/office/drawing/2014/main" id="{C7E4B444-DE5D-408D-7A5E-C0C308A23771}"/>
                  </a:ext>
                </a:extLst>
              </p:cNvPr>
              <p:cNvSpPr/>
              <p:nvPr/>
            </p:nvSpPr>
            <p:spPr>
              <a:xfrm>
                <a:off x="7154467" y="2582862"/>
                <a:ext cx="191210" cy="191210"/>
              </a:xfrm>
              <a:prstGeom prst="ellipse">
                <a:avLst/>
              </a:prstGeom>
              <a:solidFill>
                <a:srgbClr val="FFFFFF"/>
              </a:solidFill>
              <a:ln>
                <a:noFill/>
              </a:ln>
            </p:spPr>
            <p:txBody>
              <a:bodyPr rtlCol="0" anchor="ctr"/>
              <a:lstStyle/>
              <a:p>
                <a:pPr algn="ctr"/>
                <a:endParaRPr/>
              </a:p>
            </p:txBody>
          </p:sp>
          <p:sp>
            <p:nvSpPr>
              <p:cNvPr id="1974" name="Oval 1973">
                <a:extLst>
                  <a:ext uri="{FF2B5EF4-FFF2-40B4-BE49-F238E27FC236}">
                    <a16:creationId xmlns:a16="http://schemas.microsoft.com/office/drawing/2014/main" id="{507F2908-677C-D20C-664F-0170B239AE17}"/>
                  </a:ext>
                </a:extLst>
              </p:cNvPr>
              <p:cNvSpPr/>
              <p:nvPr/>
            </p:nvSpPr>
            <p:spPr>
              <a:xfrm>
                <a:off x="7154467" y="2848432"/>
                <a:ext cx="191210" cy="191210"/>
              </a:xfrm>
              <a:prstGeom prst="ellipse">
                <a:avLst/>
              </a:prstGeom>
              <a:solidFill>
                <a:srgbClr val="FFFFFF"/>
              </a:solidFill>
              <a:ln>
                <a:noFill/>
              </a:ln>
            </p:spPr>
            <p:txBody>
              <a:bodyPr rtlCol="0" anchor="ctr"/>
              <a:lstStyle/>
              <a:p>
                <a:pPr algn="ctr"/>
                <a:endParaRPr/>
              </a:p>
            </p:txBody>
          </p:sp>
          <p:sp>
            <p:nvSpPr>
              <p:cNvPr id="1975" name="Oval 1974">
                <a:extLst>
                  <a:ext uri="{FF2B5EF4-FFF2-40B4-BE49-F238E27FC236}">
                    <a16:creationId xmlns:a16="http://schemas.microsoft.com/office/drawing/2014/main" id="{58224695-5321-FF88-AC21-67222FC85D63}"/>
                  </a:ext>
                </a:extLst>
              </p:cNvPr>
              <p:cNvSpPr/>
              <p:nvPr/>
            </p:nvSpPr>
            <p:spPr>
              <a:xfrm>
                <a:off x="7420038" y="1786150"/>
                <a:ext cx="191210" cy="191210"/>
              </a:xfrm>
              <a:prstGeom prst="ellipse">
                <a:avLst/>
              </a:prstGeom>
              <a:solidFill>
                <a:srgbClr val="FFFFFF"/>
              </a:solidFill>
              <a:ln>
                <a:noFill/>
              </a:ln>
            </p:spPr>
            <p:txBody>
              <a:bodyPr rtlCol="0" anchor="ctr"/>
              <a:lstStyle/>
              <a:p>
                <a:pPr algn="ctr"/>
                <a:endParaRPr/>
              </a:p>
            </p:txBody>
          </p:sp>
          <p:sp>
            <p:nvSpPr>
              <p:cNvPr id="1976" name="Oval 1975">
                <a:extLst>
                  <a:ext uri="{FF2B5EF4-FFF2-40B4-BE49-F238E27FC236}">
                    <a16:creationId xmlns:a16="http://schemas.microsoft.com/office/drawing/2014/main" id="{D6A58A72-6D9F-7A89-0E7D-A52481105FE9}"/>
                  </a:ext>
                </a:extLst>
              </p:cNvPr>
              <p:cNvSpPr/>
              <p:nvPr/>
            </p:nvSpPr>
            <p:spPr>
              <a:xfrm>
                <a:off x="7420038" y="2051721"/>
                <a:ext cx="191210" cy="191210"/>
              </a:xfrm>
              <a:prstGeom prst="ellipse">
                <a:avLst/>
              </a:prstGeom>
              <a:solidFill>
                <a:srgbClr val="FFFFFF"/>
              </a:solidFill>
              <a:ln>
                <a:noFill/>
              </a:ln>
            </p:spPr>
            <p:txBody>
              <a:bodyPr rtlCol="0" anchor="ctr"/>
              <a:lstStyle/>
              <a:p>
                <a:pPr algn="ctr"/>
                <a:endParaRPr/>
              </a:p>
            </p:txBody>
          </p:sp>
          <p:sp>
            <p:nvSpPr>
              <p:cNvPr id="1977" name="Oval 1976">
                <a:extLst>
                  <a:ext uri="{FF2B5EF4-FFF2-40B4-BE49-F238E27FC236}">
                    <a16:creationId xmlns:a16="http://schemas.microsoft.com/office/drawing/2014/main" id="{E28E23D1-50C4-0B45-2AA0-E84E4230C5B0}"/>
                  </a:ext>
                </a:extLst>
              </p:cNvPr>
              <p:cNvSpPr/>
              <p:nvPr/>
            </p:nvSpPr>
            <p:spPr>
              <a:xfrm>
                <a:off x="7420038" y="2317291"/>
                <a:ext cx="191210" cy="191210"/>
              </a:xfrm>
              <a:prstGeom prst="ellipse">
                <a:avLst/>
              </a:prstGeom>
              <a:solidFill>
                <a:srgbClr val="FFFFFF"/>
              </a:solidFill>
              <a:ln>
                <a:noFill/>
              </a:ln>
            </p:spPr>
            <p:txBody>
              <a:bodyPr rtlCol="0" anchor="ctr"/>
              <a:lstStyle/>
              <a:p>
                <a:pPr algn="ctr"/>
                <a:endParaRPr/>
              </a:p>
            </p:txBody>
          </p:sp>
          <p:sp>
            <p:nvSpPr>
              <p:cNvPr id="1978" name="Oval 1977">
                <a:extLst>
                  <a:ext uri="{FF2B5EF4-FFF2-40B4-BE49-F238E27FC236}">
                    <a16:creationId xmlns:a16="http://schemas.microsoft.com/office/drawing/2014/main" id="{0F9DD2D3-8433-A8A8-1B7C-FE4CABA2896A}"/>
                  </a:ext>
                </a:extLst>
              </p:cNvPr>
              <p:cNvSpPr/>
              <p:nvPr/>
            </p:nvSpPr>
            <p:spPr>
              <a:xfrm>
                <a:off x="7420038" y="2582862"/>
                <a:ext cx="191210" cy="191210"/>
              </a:xfrm>
              <a:prstGeom prst="ellipse">
                <a:avLst/>
              </a:prstGeom>
              <a:solidFill>
                <a:srgbClr val="FFFFFF"/>
              </a:solidFill>
              <a:ln>
                <a:noFill/>
              </a:ln>
            </p:spPr>
            <p:txBody>
              <a:bodyPr rtlCol="0" anchor="ctr"/>
              <a:lstStyle/>
              <a:p>
                <a:pPr algn="ctr"/>
                <a:endParaRPr/>
              </a:p>
            </p:txBody>
          </p:sp>
        </p:grpSp>
        <p:sp>
          <p:nvSpPr>
            <p:cNvPr id="1897" name="Hero caption">
              <a:extLst>
                <a:ext uri="{FF2B5EF4-FFF2-40B4-BE49-F238E27FC236}">
                  <a16:creationId xmlns:a16="http://schemas.microsoft.com/office/drawing/2014/main" id="{0F0A52F1-340E-26B3-CD12-8E7C4F72912A}"/>
                </a:ext>
              </a:extLst>
            </p:cNvPr>
            <p:cNvSpPr txBox="1"/>
            <p:nvPr/>
          </p:nvSpPr>
          <p:spPr>
            <a:xfrm>
              <a:off x="705658" y="3323424"/>
              <a:ext cx="6942770" cy="910527"/>
            </a:xfrm>
            <a:prstGeom prst="rect">
              <a:avLst/>
            </a:prstGeom>
            <a:noFill/>
          </p:spPr>
          <p:txBody>
            <a:bodyPr wrap="square" lIns="0" tIns="0" rIns="0" bIns="0" anchor="t">
              <a:noAutofit/>
            </a:bodyPr>
            <a:lstStyle/>
            <a:p>
              <a:pPr algn="l">
                <a:lnSpc>
                  <a:spcPct val="100000"/>
                </a:lnSpc>
              </a:pPr>
              <a:r>
                <a:rPr sz="2840" b="0" i="0"/>
                <a:t>of accounts posted at least one SH/ED photo of themselves (47 of 74)</a:t>
              </a:r>
            </a:p>
          </p:txBody>
        </p:sp>
        <p:sp>
          <p:nvSpPr>
            <p:cNvPr id="1898" name="Bullets">
              <a:extLst>
                <a:ext uri="{FF2B5EF4-FFF2-40B4-BE49-F238E27FC236}">
                  <a16:creationId xmlns:a16="http://schemas.microsoft.com/office/drawing/2014/main" id="{D63918A9-1EE3-9F55-FD24-84AF030FDCB0}"/>
                </a:ext>
              </a:extLst>
            </p:cNvPr>
            <p:cNvSpPr txBox="1"/>
            <p:nvPr/>
          </p:nvSpPr>
          <p:spPr>
            <a:xfrm>
              <a:off x="705658" y="3707472"/>
              <a:ext cx="6942770" cy="2259450"/>
            </a:xfrm>
            <a:prstGeom prst="rect">
              <a:avLst/>
            </a:prstGeom>
            <a:noFill/>
          </p:spPr>
          <p:txBody>
            <a:bodyPr wrap="square" lIns="0" tIns="0" rIns="0" bIns="0" anchor="b">
              <a:noAutofit/>
            </a:bodyPr>
            <a:lstStyle/>
            <a:p>
              <a:pPr marL="386974" indent="-386974">
                <a:lnSpc>
                  <a:spcPct val="110000"/>
                </a:lnSpc>
                <a:spcAft>
                  <a:spcPts val="0"/>
                </a:spcAft>
                <a:buFont typeface="Arial"/>
                <a:buChar char="•"/>
              </a:pPr>
              <a:r>
                <a:rPr sz="2840" b="0" i="0"/>
                <a:t>Many users primarily vented frustrations with family and school and documented relapse and recovery on their accounts.</a:t>
              </a:r>
            </a:p>
          </p:txBody>
        </p:sp>
        <p:sp>
          <p:nvSpPr>
            <p:cNvPr id="1899" name="Quote 1">
              <a:extLst>
                <a:ext uri="{FF2B5EF4-FFF2-40B4-BE49-F238E27FC236}">
                  <a16:creationId xmlns:a16="http://schemas.microsoft.com/office/drawing/2014/main" id="{B6CFD97F-1898-243F-039A-40906307EB0E}"/>
                </a:ext>
              </a:extLst>
            </p:cNvPr>
            <p:cNvSpPr/>
            <p:nvPr/>
          </p:nvSpPr>
          <p:spPr>
            <a:xfrm>
              <a:off x="9332904" y="1593422"/>
              <a:ext cx="9515009" cy="1481571"/>
            </a:xfrm>
            <a:prstGeom prst="roundRect">
              <a:avLst>
                <a:gd name="adj" fmla="val 29191"/>
              </a:avLst>
            </a:prstGeom>
            <a:solidFill>
              <a:srgbClr val="FFFFFF"/>
            </a:solidFill>
            <a:ln w="31615">
              <a:solidFill>
                <a:srgbClr val="3569B0"/>
              </a:solidFill>
            </a:ln>
          </p:spPr>
          <p:txBody>
            <a:bodyPr wrap="square" lIns="364210" tIns="136579" rIns="364210" bIns="136579" rtlCol="0" anchor="ctr">
              <a:noAutofit/>
            </a:bodyPr>
            <a:lstStyle/>
            <a:p>
              <a:pPr algn="l"/>
              <a:r>
                <a:rPr sz="2840" b="1" i="0">
                  <a:solidFill>
                    <a:srgbClr val="3569B0"/>
                  </a:solidFill>
                </a:rPr>
                <a:t>User 1:  </a:t>
              </a:r>
              <a:r>
                <a:rPr sz="2840" b="0" i="1">
                  <a:solidFill>
                    <a:srgbClr val="14202E"/>
                  </a:solidFill>
                </a:rPr>
                <a:t>I lied through most of my therapy sessions. I never told them everything.</a:t>
              </a:r>
            </a:p>
          </p:txBody>
        </p:sp>
        <p:sp>
          <p:nvSpPr>
            <p:cNvPr id="1900" name="Avatar 1">
              <a:extLst>
                <a:ext uri="{FF2B5EF4-FFF2-40B4-BE49-F238E27FC236}">
                  <a16:creationId xmlns:a16="http://schemas.microsoft.com/office/drawing/2014/main" id="{52969AF8-AD6C-BB75-BEFF-58FE6D0C88B6}"/>
                </a:ext>
              </a:extLst>
            </p:cNvPr>
            <p:cNvSpPr/>
            <p:nvPr/>
          </p:nvSpPr>
          <p:spPr>
            <a:xfrm>
              <a:off x="8308561" y="1947234"/>
              <a:ext cx="773948" cy="773948"/>
            </a:xfrm>
            <a:prstGeom prst="ellipse">
              <a:avLst/>
            </a:prstGeom>
            <a:solidFill>
              <a:srgbClr val="3569B0"/>
            </a:solidFill>
            <a:ln w="47423">
              <a:solidFill>
                <a:srgbClr val="FFFFFF"/>
              </a:solidFill>
            </a:ln>
          </p:spPr>
          <p:txBody>
            <a:bodyPr wrap="square" lIns="0" tIns="0" rIns="0" bIns="0" rtlCol="0" anchor="ctr">
              <a:noAutofit/>
            </a:bodyPr>
            <a:lstStyle/>
            <a:p>
              <a:pPr algn="ctr"/>
              <a:r>
                <a:rPr sz="2738" b="1" i="0">
                  <a:solidFill>
                    <a:srgbClr val="FFFFFF"/>
                  </a:solidFill>
                </a:rPr>
                <a:t>1</a:t>
              </a:r>
            </a:p>
          </p:txBody>
        </p:sp>
        <p:sp>
          <p:nvSpPr>
            <p:cNvPr id="1901" name="Quote 2">
              <a:extLst>
                <a:ext uri="{FF2B5EF4-FFF2-40B4-BE49-F238E27FC236}">
                  <a16:creationId xmlns:a16="http://schemas.microsoft.com/office/drawing/2014/main" id="{F5E98AAB-E1F2-DAE0-53CA-0A5B7C31918A}"/>
                </a:ext>
              </a:extLst>
            </p:cNvPr>
            <p:cNvSpPr/>
            <p:nvPr/>
          </p:nvSpPr>
          <p:spPr>
            <a:xfrm>
              <a:off x="9332904" y="3257099"/>
              <a:ext cx="9515009" cy="1481571"/>
            </a:xfrm>
            <a:prstGeom prst="roundRect">
              <a:avLst>
                <a:gd name="adj" fmla="val 29191"/>
              </a:avLst>
            </a:prstGeom>
            <a:solidFill>
              <a:srgbClr val="FFFFFF"/>
            </a:solidFill>
            <a:ln w="31615">
              <a:solidFill>
                <a:srgbClr val="3569B0"/>
              </a:solidFill>
            </a:ln>
          </p:spPr>
          <p:txBody>
            <a:bodyPr wrap="square" lIns="364210" tIns="136579" rIns="364210" bIns="136579" rtlCol="0" anchor="ctr">
              <a:noAutofit/>
            </a:bodyPr>
            <a:lstStyle/>
            <a:p>
              <a:pPr algn="l"/>
              <a:r>
                <a:rPr sz="2840" b="1" i="0">
                  <a:solidFill>
                    <a:srgbClr val="3569B0"/>
                  </a:solidFill>
                </a:rPr>
                <a:t>User 2:  </a:t>
              </a:r>
              <a:r>
                <a:rPr lang="en-US" sz="2840" i="1">
                  <a:solidFill>
                    <a:srgbClr val="14202E"/>
                  </a:solidFill>
                </a:rPr>
                <a:t>I</a:t>
              </a:r>
              <a:r>
                <a:rPr sz="2840" b="0" i="1">
                  <a:solidFill>
                    <a:srgbClr val="14202E"/>
                  </a:solidFill>
                </a:rPr>
                <a:t> tried recovering and nothing worked. I don’t want to die, I just want it to get better.</a:t>
              </a:r>
            </a:p>
          </p:txBody>
        </p:sp>
        <p:sp>
          <p:nvSpPr>
            <p:cNvPr id="1902" name="Avatar 2">
              <a:extLst>
                <a:ext uri="{FF2B5EF4-FFF2-40B4-BE49-F238E27FC236}">
                  <a16:creationId xmlns:a16="http://schemas.microsoft.com/office/drawing/2014/main" id="{E833EE9B-7731-65D9-7A7F-F42CA34CB75B}"/>
                </a:ext>
              </a:extLst>
            </p:cNvPr>
            <p:cNvSpPr/>
            <p:nvPr/>
          </p:nvSpPr>
          <p:spPr>
            <a:xfrm>
              <a:off x="8308561" y="3610911"/>
              <a:ext cx="773948" cy="773948"/>
            </a:xfrm>
            <a:prstGeom prst="ellipse">
              <a:avLst/>
            </a:prstGeom>
            <a:solidFill>
              <a:srgbClr val="3569B0"/>
            </a:solidFill>
            <a:ln w="47423">
              <a:solidFill>
                <a:srgbClr val="FFFFFF"/>
              </a:solidFill>
            </a:ln>
          </p:spPr>
          <p:txBody>
            <a:bodyPr wrap="square" lIns="0" tIns="0" rIns="0" bIns="0" rtlCol="0" anchor="ctr">
              <a:noAutofit/>
            </a:bodyPr>
            <a:lstStyle/>
            <a:p>
              <a:pPr algn="ctr"/>
              <a:r>
                <a:rPr sz="2738" b="1" i="0">
                  <a:solidFill>
                    <a:srgbClr val="FFFFFF"/>
                  </a:solidFill>
                </a:rPr>
                <a:t>2</a:t>
              </a:r>
            </a:p>
          </p:txBody>
        </p:sp>
        <p:sp>
          <p:nvSpPr>
            <p:cNvPr id="1903" name="Quote 3">
              <a:extLst>
                <a:ext uri="{FF2B5EF4-FFF2-40B4-BE49-F238E27FC236}">
                  <a16:creationId xmlns:a16="http://schemas.microsoft.com/office/drawing/2014/main" id="{3B830E8D-CFA1-935F-BCB6-6168207798B8}"/>
                </a:ext>
              </a:extLst>
            </p:cNvPr>
            <p:cNvSpPr/>
            <p:nvPr/>
          </p:nvSpPr>
          <p:spPr>
            <a:xfrm>
              <a:off x="9332904" y="4920777"/>
              <a:ext cx="9515009" cy="1481571"/>
            </a:xfrm>
            <a:prstGeom prst="roundRect">
              <a:avLst>
                <a:gd name="adj" fmla="val 29191"/>
              </a:avLst>
            </a:prstGeom>
            <a:solidFill>
              <a:srgbClr val="FFFFFF"/>
            </a:solidFill>
            <a:ln w="31615">
              <a:solidFill>
                <a:srgbClr val="3569B0"/>
              </a:solidFill>
            </a:ln>
          </p:spPr>
          <p:txBody>
            <a:bodyPr wrap="square" lIns="364210" tIns="136579" rIns="364210" bIns="136579" rtlCol="0" anchor="ctr">
              <a:noAutofit/>
            </a:bodyPr>
            <a:lstStyle/>
            <a:p>
              <a:pPr algn="l"/>
              <a:r>
                <a:rPr sz="2840" b="1" i="0">
                  <a:solidFill>
                    <a:srgbClr val="3569B0"/>
                  </a:solidFill>
                </a:rPr>
                <a:t>User 3:  </a:t>
              </a:r>
              <a:r>
                <a:rPr sz="2840" b="0" i="1">
                  <a:solidFill>
                    <a:srgbClr val="14202E"/>
                  </a:solidFill>
                </a:rPr>
                <a:t>My family is making me delete this app and forcing me to recover. I’ll be back.</a:t>
              </a:r>
            </a:p>
          </p:txBody>
        </p:sp>
        <p:sp>
          <p:nvSpPr>
            <p:cNvPr id="1904" name="Avatar 3">
              <a:extLst>
                <a:ext uri="{FF2B5EF4-FFF2-40B4-BE49-F238E27FC236}">
                  <a16:creationId xmlns:a16="http://schemas.microsoft.com/office/drawing/2014/main" id="{B2703489-C021-3B00-BC1F-E47B6004B39E}"/>
                </a:ext>
              </a:extLst>
            </p:cNvPr>
            <p:cNvSpPr/>
            <p:nvPr/>
          </p:nvSpPr>
          <p:spPr>
            <a:xfrm>
              <a:off x="8308561" y="5274589"/>
              <a:ext cx="773948" cy="773948"/>
            </a:xfrm>
            <a:prstGeom prst="ellipse">
              <a:avLst/>
            </a:prstGeom>
            <a:solidFill>
              <a:srgbClr val="3569B0"/>
            </a:solidFill>
            <a:ln w="47423">
              <a:solidFill>
                <a:srgbClr val="FFFFFF"/>
              </a:solidFill>
            </a:ln>
          </p:spPr>
          <p:txBody>
            <a:bodyPr wrap="square" lIns="0" tIns="0" rIns="0" bIns="0" rtlCol="0" anchor="ctr">
              <a:noAutofit/>
            </a:bodyPr>
            <a:lstStyle/>
            <a:p>
              <a:pPr algn="ctr"/>
              <a:r>
                <a:rPr sz="2738" b="1" i="0">
                  <a:solidFill>
                    <a:srgbClr val="FFFFFF"/>
                  </a:solidFill>
                </a:rPr>
                <a:t>3</a:t>
              </a:r>
            </a:p>
          </p:txBody>
        </p:sp>
      </p:grpSp>
      <p:grpSp>
        <p:nvGrpSpPr>
          <p:cNvPr id="1979" name="Theme 2 card">
            <a:extLst>
              <a:ext uri="{FF2B5EF4-FFF2-40B4-BE49-F238E27FC236}">
                <a16:creationId xmlns:a16="http://schemas.microsoft.com/office/drawing/2014/main" id="{88B35E5C-0498-481D-840C-49294FCDB8F0}"/>
              </a:ext>
            </a:extLst>
          </p:cNvPr>
          <p:cNvGrpSpPr/>
          <p:nvPr/>
        </p:nvGrpSpPr>
        <p:grpSpPr>
          <a:xfrm>
            <a:off x="12271246" y="17993704"/>
            <a:ext cx="19348704" cy="6766560"/>
            <a:chOff x="0" y="7221823"/>
            <a:chExt cx="19348704" cy="6766560"/>
          </a:xfrm>
        </p:grpSpPr>
        <p:sp>
          <p:nvSpPr>
            <p:cNvPr id="1980" name="Accent">
              <a:extLst>
                <a:ext uri="{FF2B5EF4-FFF2-40B4-BE49-F238E27FC236}">
                  <a16:creationId xmlns:a16="http://schemas.microsoft.com/office/drawing/2014/main" id="{535BC251-B800-A8FF-17C3-74DB31124C68}"/>
                </a:ext>
              </a:extLst>
            </p:cNvPr>
            <p:cNvSpPr/>
            <p:nvPr/>
          </p:nvSpPr>
          <p:spPr>
            <a:xfrm>
              <a:off x="0" y="7221823"/>
              <a:ext cx="19348704" cy="6766560"/>
            </a:xfrm>
            <a:prstGeom prst="roundRect">
              <a:avLst>
                <a:gd name="adj" fmla="val 3700"/>
              </a:avLst>
            </a:prstGeom>
            <a:solidFill>
              <a:srgbClr val="D9531E"/>
            </a:solidFill>
            <a:ln>
              <a:noFill/>
            </a:ln>
          </p:spPr>
          <p:txBody>
            <a:bodyPr rtlCol="0" anchor="ctr"/>
            <a:lstStyle/>
            <a:p>
              <a:pPr algn="ctr"/>
              <a:endParaRPr/>
            </a:p>
          </p:txBody>
        </p:sp>
        <p:sp>
          <p:nvSpPr>
            <p:cNvPr id="1981" name="Card">
              <a:extLst>
                <a:ext uri="{FF2B5EF4-FFF2-40B4-BE49-F238E27FC236}">
                  <a16:creationId xmlns:a16="http://schemas.microsoft.com/office/drawing/2014/main" id="{1A94BE9F-A23E-6192-F584-90156103E1E7}"/>
                </a:ext>
              </a:extLst>
            </p:cNvPr>
            <p:cNvSpPr/>
            <p:nvPr/>
          </p:nvSpPr>
          <p:spPr>
            <a:xfrm>
              <a:off x="204868" y="7221823"/>
              <a:ext cx="19143835" cy="6766560"/>
            </a:xfrm>
            <a:prstGeom prst="roundRect">
              <a:avLst>
                <a:gd name="adj" fmla="val 3700"/>
              </a:avLst>
            </a:prstGeom>
            <a:solidFill>
              <a:srgbClr val="FCEBE3"/>
            </a:solidFill>
            <a:ln>
              <a:noFill/>
            </a:ln>
          </p:spPr>
          <p:txBody>
            <a:bodyPr rtlCol="0" anchor="ctr"/>
            <a:lstStyle/>
            <a:p>
              <a:pPr algn="ctr"/>
              <a:endParaRPr/>
            </a:p>
          </p:txBody>
        </p:sp>
        <p:sp>
          <p:nvSpPr>
            <p:cNvPr id="1982" name="Theme title">
              <a:extLst>
                <a:ext uri="{FF2B5EF4-FFF2-40B4-BE49-F238E27FC236}">
                  <a16:creationId xmlns:a16="http://schemas.microsoft.com/office/drawing/2014/main" id="{F343CCF0-2C96-2EF0-2192-2D74E2BEBB65}"/>
                </a:ext>
              </a:extLst>
            </p:cNvPr>
            <p:cNvSpPr txBox="1"/>
            <p:nvPr/>
          </p:nvSpPr>
          <p:spPr>
            <a:xfrm>
              <a:off x="705658" y="7540508"/>
              <a:ext cx="18142255" cy="1047106"/>
            </a:xfrm>
            <a:prstGeom prst="rect">
              <a:avLst/>
            </a:prstGeom>
            <a:noFill/>
          </p:spPr>
          <p:txBody>
            <a:bodyPr wrap="square" lIns="0" tIns="0" rIns="0" bIns="0" anchor="ctr">
              <a:noAutofit/>
            </a:bodyPr>
            <a:lstStyle/>
            <a:p>
              <a:pPr algn="l"/>
              <a:r>
                <a:rPr sz="5227" b="1" i="0">
                  <a:solidFill>
                    <a:srgbClr val="E79474"/>
                  </a:solidFill>
                </a:rPr>
                <a:t>THEME 2</a:t>
              </a:r>
              <a:r>
                <a:rPr lang="en-US" sz="5227" b="1" i="0">
                  <a:solidFill>
                    <a:srgbClr val="E79474"/>
                  </a:solidFill>
                </a:rPr>
                <a:t>:</a:t>
              </a:r>
              <a:r>
                <a:rPr sz="5227" b="1" i="0">
                  <a:solidFill>
                    <a:srgbClr val="E79474"/>
                  </a:solidFill>
                </a:rPr>
                <a:t> </a:t>
              </a:r>
              <a:r>
                <a:rPr sz="5227" b="1" i="0">
                  <a:solidFill>
                    <a:srgbClr val="D9531E"/>
                  </a:solidFill>
                </a:rPr>
                <a:t>Validation through numbers</a:t>
              </a:r>
            </a:p>
          </p:txBody>
        </p:sp>
        <p:sp>
          <p:nvSpPr>
            <p:cNvPr id="1983" name="Hero number">
              <a:extLst>
                <a:ext uri="{FF2B5EF4-FFF2-40B4-BE49-F238E27FC236}">
                  <a16:creationId xmlns:a16="http://schemas.microsoft.com/office/drawing/2014/main" id="{379BAB1C-4C29-D8ED-CB9D-CA9C6DF9EE9A}"/>
                </a:ext>
              </a:extLst>
            </p:cNvPr>
            <p:cNvSpPr txBox="1"/>
            <p:nvPr/>
          </p:nvSpPr>
          <p:spPr>
            <a:xfrm>
              <a:off x="705658" y="8815246"/>
              <a:ext cx="2845397" cy="1638949"/>
            </a:xfrm>
            <a:prstGeom prst="rect">
              <a:avLst/>
            </a:prstGeom>
            <a:noFill/>
          </p:spPr>
          <p:txBody>
            <a:bodyPr wrap="square" lIns="0" tIns="0" rIns="0" bIns="0" anchor="ctr">
              <a:noAutofit/>
            </a:bodyPr>
            <a:lstStyle/>
            <a:p>
              <a:pPr algn="l"/>
              <a:r>
                <a:rPr sz="11451" b="1" i="0">
                  <a:solidFill>
                    <a:srgbClr val="D9531E"/>
                  </a:solidFill>
                </a:rPr>
                <a:t>62%</a:t>
              </a:r>
            </a:p>
          </p:txBody>
        </p:sp>
        <p:grpSp>
          <p:nvGrpSpPr>
            <p:cNvPr id="1984" name="Dot grid (29 of 47)">
              <a:extLst>
                <a:ext uri="{FF2B5EF4-FFF2-40B4-BE49-F238E27FC236}">
                  <a16:creationId xmlns:a16="http://schemas.microsoft.com/office/drawing/2014/main" id="{9B4E8AB4-ECB2-BA81-1E4A-26FBF6EE0387}"/>
                </a:ext>
              </a:extLst>
            </p:cNvPr>
            <p:cNvGrpSpPr/>
            <p:nvPr/>
          </p:nvGrpSpPr>
          <p:grpSpPr>
            <a:xfrm>
              <a:off x="3702052" y="9007974"/>
              <a:ext cx="2581344" cy="1253492"/>
              <a:chOff x="3702052" y="9007974"/>
              <a:chExt cx="2581344" cy="1253492"/>
            </a:xfrm>
          </p:grpSpPr>
          <p:sp>
            <p:nvSpPr>
              <p:cNvPr id="1993" name="Oval 1992">
                <a:extLst>
                  <a:ext uri="{FF2B5EF4-FFF2-40B4-BE49-F238E27FC236}">
                    <a16:creationId xmlns:a16="http://schemas.microsoft.com/office/drawing/2014/main" id="{1D307297-199D-94C5-3D8F-F839E6C43902}"/>
                  </a:ext>
                </a:extLst>
              </p:cNvPr>
              <p:cNvSpPr/>
              <p:nvPr/>
            </p:nvSpPr>
            <p:spPr>
              <a:xfrm>
                <a:off x="3702052" y="9007974"/>
                <a:ext cx="191210" cy="191210"/>
              </a:xfrm>
              <a:prstGeom prst="ellipse">
                <a:avLst/>
              </a:prstGeom>
              <a:solidFill>
                <a:srgbClr val="D9531E"/>
              </a:solidFill>
              <a:ln>
                <a:noFill/>
              </a:ln>
            </p:spPr>
            <p:txBody>
              <a:bodyPr rtlCol="0" anchor="ctr"/>
              <a:lstStyle/>
              <a:p>
                <a:pPr algn="ctr"/>
                <a:endParaRPr/>
              </a:p>
            </p:txBody>
          </p:sp>
          <p:sp>
            <p:nvSpPr>
              <p:cNvPr id="1994" name="Oval 1993">
                <a:extLst>
                  <a:ext uri="{FF2B5EF4-FFF2-40B4-BE49-F238E27FC236}">
                    <a16:creationId xmlns:a16="http://schemas.microsoft.com/office/drawing/2014/main" id="{8FB08478-5FEE-6C7D-2460-3BDB6B6621B3}"/>
                  </a:ext>
                </a:extLst>
              </p:cNvPr>
              <p:cNvSpPr/>
              <p:nvPr/>
            </p:nvSpPr>
            <p:spPr>
              <a:xfrm>
                <a:off x="3702052" y="9273545"/>
                <a:ext cx="191210" cy="191210"/>
              </a:xfrm>
              <a:prstGeom prst="ellipse">
                <a:avLst/>
              </a:prstGeom>
              <a:solidFill>
                <a:srgbClr val="D9531E"/>
              </a:solidFill>
              <a:ln>
                <a:noFill/>
              </a:ln>
            </p:spPr>
            <p:txBody>
              <a:bodyPr rtlCol="0" anchor="ctr"/>
              <a:lstStyle/>
              <a:p>
                <a:pPr algn="ctr"/>
                <a:endParaRPr/>
              </a:p>
            </p:txBody>
          </p:sp>
          <p:sp>
            <p:nvSpPr>
              <p:cNvPr id="1995" name="Oval 1994">
                <a:extLst>
                  <a:ext uri="{FF2B5EF4-FFF2-40B4-BE49-F238E27FC236}">
                    <a16:creationId xmlns:a16="http://schemas.microsoft.com/office/drawing/2014/main" id="{5230A29C-29E5-F3BB-8C5E-083B08DF34B6}"/>
                  </a:ext>
                </a:extLst>
              </p:cNvPr>
              <p:cNvSpPr/>
              <p:nvPr/>
            </p:nvSpPr>
            <p:spPr>
              <a:xfrm>
                <a:off x="3702052" y="9539115"/>
                <a:ext cx="191210" cy="191210"/>
              </a:xfrm>
              <a:prstGeom prst="ellipse">
                <a:avLst/>
              </a:prstGeom>
              <a:solidFill>
                <a:srgbClr val="D9531E"/>
              </a:solidFill>
              <a:ln>
                <a:noFill/>
              </a:ln>
            </p:spPr>
            <p:txBody>
              <a:bodyPr rtlCol="0" anchor="ctr"/>
              <a:lstStyle/>
              <a:p>
                <a:pPr algn="ctr"/>
                <a:endParaRPr/>
              </a:p>
            </p:txBody>
          </p:sp>
          <p:sp>
            <p:nvSpPr>
              <p:cNvPr id="1996" name="Oval 1995">
                <a:extLst>
                  <a:ext uri="{FF2B5EF4-FFF2-40B4-BE49-F238E27FC236}">
                    <a16:creationId xmlns:a16="http://schemas.microsoft.com/office/drawing/2014/main" id="{737DC7C7-7E88-1D57-5E0B-363A1C24DC29}"/>
                  </a:ext>
                </a:extLst>
              </p:cNvPr>
              <p:cNvSpPr/>
              <p:nvPr/>
            </p:nvSpPr>
            <p:spPr>
              <a:xfrm>
                <a:off x="3702052" y="9804685"/>
                <a:ext cx="191210" cy="191210"/>
              </a:xfrm>
              <a:prstGeom prst="ellipse">
                <a:avLst/>
              </a:prstGeom>
              <a:solidFill>
                <a:srgbClr val="D9531E"/>
              </a:solidFill>
              <a:ln>
                <a:noFill/>
              </a:ln>
            </p:spPr>
            <p:txBody>
              <a:bodyPr rtlCol="0" anchor="ctr"/>
              <a:lstStyle/>
              <a:p>
                <a:pPr algn="ctr"/>
                <a:endParaRPr/>
              </a:p>
            </p:txBody>
          </p:sp>
          <p:sp>
            <p:nvSpPr>
              <p:cNvPr id="1997" name="Oval 1996">
                <a:extLst>
                  <a:ext uri="{FF2B5EF4-FFF2-40B4-BE49-F238E27FC236}">
                    <a16:creationId xmlns:a16="http://schemas.microsoft.com/office/drawing/2014/main" id="{49E5589A-B0FF-7297-3CD8-06B221C79F90}"/>
                  </a:ext>
                </a:extLst>
              </p:cNvPr>
              <p:cNvSpPr/>
              <p:nvPr/>
            </p:nvSpPr>
            <p:spPr>
              <a:xfrm>
                <a:off x="3702052" y="10070256"/>
                <a:ext cx="191210" cy="191210"/>
              </a:xfrm>
              <a:prstGeom prst="ellipse">
                <a:avLst/>
              </a:prstGeom>
              <a:solidFill>
                <a:srgbClr val="D9531E"/>
              </a:solidFill>
              <a:ln>
                <a:noFill/>
              </a:ln>
            </p:spPr>
            <p:txBody>
              <a:bodyPr rtlCol="0" anchor="ctr"/>
              <a:lstStyle/>
              <a:p>
                <a:pPr algn="ctr"/>
                <a:endParaRPr/>
              </a:p>
            </p:txBody>
          </p:sp>
          <p:sp>
            <p:nvSpPr>
              <p:cNvPr id="1998" name="Oval 1997">
                <a:extLst>
                  <a:ext uri="{FF2B5EF4-FFF2-40B4-BE49-F238E27FC236}">
                    <a16:creationId xmlns:a16="http://schemas.microsoft.com/office/drawing/2014/main" id="{F4968FEE-08CF-D6B9-5C66-228D3BEE3030}"/>
                  </a:ext>
                </a:extLst>
              </p:cNvPr>
              <p:cNvSpPr/>
              <p:nvPr/>
            </p:nvSpPr>
            <p:spPr>
              <a:xfrm>
                <a:off x="3967622" y="9007974"/>
                <a:ext cx="191210" cy="191210"/>
              </a:xfrm>
              <a:prstGeom prst="ellipse">
                <a:avLst/>
              </a:prstGeom>
              <a:solidFill>
                <a:srgbClr val="D9531E"/>
              </a:solidFill>
              <a:ln>
                <a:noFill/>
              </a:ln>
            </p:spPr>
            <p:txBody>
              <a:bodyPr rtlCol="0" anchor="ctr"/>
              <a:lstStyle/>
              <a:p>
                <a:pPr algn="ctr"/>
                <a:endParaRPr/>
              </a:p>
            </p:txBody>
          </p:sp>
          <p:sp>
            <p:nvSpPr>
              <p:cNvPr id="1999" name="Oval 1998">
                <a:extLst>
                  <a:ext uri="{FF2B5EF4-FFF2-40B4-BE49-F238E27FC236}">
                    <a16:creationId xmlns:a16="http://schemas.microsoft.com/office/drawing/2014/main" id="{DE66863A-65DA-E96B-DC82-05E44998DC84}"/>
                  </a:ext>
                </a:extLst>
              </p:cNvPr>
              <p:cNvSpPr/>
              <p:nvPr/>
            </p:nvSpPr>
            <p:spPr>
              <a:xfrm>
                <a:off x="3967622" y="9273545"/>
                <a:ext cx="191210" cy="191210"/>
              </a:xfrm>
              <a:prstGeom prst="ellipse">
                <a:avLst/>
              </a:prstGeom>
              <a:solidFill>
                <a:srgbClr val="D9531E"/>
              </a:solidFill>
              <a:ln>
                <a:noFill/>
              </a:ln>
            </p:spPr>
            <p:txBody>
              <a:bodyPr rtlCol="0" anchor="ctr"/>
              <a:lstStyle/>
              <a:p>
                <a:pPr algn="ctr"/>
                <a:endParaRPr/>
              </a:p>
            </p:txBody>
          </p:sp>
          <p:sp>
            <p:nvSpPr>
              <p:cNvPr id="2000" name="Oval 1999">
                <a:extLst>
                  <a:ext uri="{FF2B5EF4-FFF2-40B4-BE49-F238E27FC236}">
                    <a16:creationId xmlns:a16="http://schemas.microsoft.com/office/drawing/2014/main" id="{55D032A0-F15A-C03C-DE43-1A506212D792}"/>
                  </a:ext>
                </a:extLst>
              </p:cNvPr>
              <p:cNvSpPr/>
              <p:nvPr/>
            </p:nvSpPr>
            <p:spPr>
              <a:xfrm>
                <a:off x="3967622" y="9539115"/>
                <a:ext cx="191210" cy="191210"/>
              </a:xfrm>
              <a:prstGeom prst="ellipse">
                <a:avLst/>
              </a:prstGeom>
              <a:solidFill>
                <a:srgbClr val="D9531E"/>
              </a:solidFill>
              <a:ln>
                <a:noFill/>
              </a:ln>
            </p:spPr>
            <p:txBody>
              <a:bodyPr rtlCol="0" anchor="ctr"/>
              <a:lstStyle/>
              <a:p>
                <a:pPr algn="ctr"/>
                <a:endParaRPr/>
              </a:p>
            </p:txBody>
          </p:sp>
          <p:sp>
            <p:nvSpPr>
              <p:cNvPr id="2001" name="Oval 2000">
                <a:extLst>
                  <a:ext uri="{FF2B5EF4-FFF2-40B4-BE49-F238E27FC236}">
                    <a16:creationId xmlns:a16="http://schemas.microsoft.com/office/drawing/2014/main" id="{36BFC6E6-4C3E-6DA8-9430-F4C0056FA8BE}"/>
                  </a:ext>
                </a:extLst>
              </p:cNvPr>
              <p:cNvSpPr/>
              <p:nvPr/>
            </p:nvSpPr>
            <p:spPr>
              <a:xfrm>
                <a:off x="3967622" y="9804685"/>
                <a:ext cx="191210" cy="191210"/>
              </a:xfrm>
              <a:prstGeom prst="ellipse">
                <a:avLst/>
              </a:prstGeom>
              <a:solidFill>
                <a:srgbClr val="D9531E"/>
              </a:solidFill>
              <a:ln>
                <a:noFill/>
              </a:ln>
            </p:spPr>
            <p:txBody>
              <a:bodyPr rtlCol="0" anchor="ctr"/>
              <a:lstStyle/>
              <a:p>
                <a:pPr algn="ctr"/>
                <a:endParaRPr/>
              </a:p>
            </p:txBody>
          </p:sp>
          <p:sp>
            <p:nvSpPr>
              <p:cNvPr id="2002" name="Oval 2001">
                <a:extLst>
                  <a:ext uri="{FF2B5EF4-FFF2-40B4-BE49-F238E27FC236}">
                    <a16:creationId xmlns:a16="http://schemas.microsoft.com/office/drawing/2014/main" id="{C6F32254-3BC2-9316-FA9A-D232462E849A}"/>
                  </a:ext>
                </a:extLst>
              </p:cNvPr>
              <p:cNvSpPr/>
              <p:nvPr/>
            </p:nvSpPr>
            <p:spPr>
              <a:xfrm>
                <a:off x="3967622" y="10070256"/>
                <a:ext cx="191210" cy="191210"/>
              </a:xfrm>
              <a:prstGeom prst="ellipse">
                <a:avLst/>
              </a:prstGeom>
              <a:solidFill>
                <a:srgbClr val="D9531E"/>
              </a:solidFill>
              <a:ln>
                <a:noFill/>
              </a:ln>
            </p:spPr>
            <p:txBody>
              <a:bodyPr rtlCol="0" anchor="ctr"/>
              <a:lstStyle/>
              <a:p>
                <a:pPr algn="ctr"/>
                <a:endParaRPr/>
              </a:p>
            </p:txBody>
          </p:sp>
          <p:sp>
            <p:nvSpPr>
              <p:cNvPr id="2003" name="Oval 2002">
                <a:extLst>
                  <a:ext uri="{FF2B5EF4-FFF2-40B4-BE49-F238E27FC236}">
                    <a16:creationId xmlns:a16="http://schemas.microsoft.com/office/drawing/2014/main" id="{846B0E1A-D0D3-E3C4-CD20-FC1AED747D0F}"/>
                  </a:ext>
                </a:extLst>
              </p:cNvPr>
              <p:cNvSpPr/>
              <p:nvPr/>
            </p:nvSpPr>
            <p:spPr>
              <a:xfrm>
                <a:off x="4233192" y="9007974"/>
                <a:ext cx="191210" cy="191210"/>
              </a:xfrm>
              <a:prstGeom prst="ellipse">
                <a:avLst/>
              </a:prstGeom>
              <a:solidFill>
                <a:srgbClr val="D9531E"/>
              </a:solidFill>
              <a:ln>
                <a:noFill/>
              </a:ln>
            </p:spPr>
            <p:txBody>
              <a:bodyPr rtlCol="0" anchor="ctr"/>
              <a:lstStyle/>
              <a:p>
                <a:pPr algn="ctr"/>
                <a:endParaRPr/>
              </a:p>
            </p:txBody>
          </p:sp>
          <p:sp>
            <p:nvSpPr>
              <p:cNvPr id="2004" name="Oval 2003">
                <a:extLst>
                  <a:ext uri="{FF2B5EF4-FFF2-40B4-BE49-F238E27FC236}">
                    <a16:creationId xmlns:a16="http://schemas.microsoft.com/office/drawing/2014/main" id="{78D0E517-1573-2C88-4C92-412FEFCF4FC6}"/>
                  </a:ext>
                </a:extLst>
              </p:cNvPr>
              <p:cNvSpPr/>
              <p:nvPr/>
            </p:nvSpPr>
            <p:spPr>
              <a:xfrm>
                <a:off x="4233192" y="9273545"/>
                <a:ext cx="191210" cy="191210"/>
              </a:xfrm>
              <a:prstGeom prst="ellipse">
                <a:avLst/>
              </a:prstGeom>
              <a:solidFill>
                <a:srgbClr val="D9531E"/>
              </a:solidFill>
              <a:ln>
                <a:noFill/>
              </a:ln>
            </p:spPr>
            <p:txBody>
              <a:bodyPr rtlCol="0" anchor="ctr"/>
              <a:lstStyle/>
              <a:p>
                <a:pPr algn="ctr"/>
                <a:endParaRPr/>
              </a:p>
            </p:txBody>
          </p:sp>
          <p:sp>
            <p:nvSpPr>
              <p:cNvPr id="2005" name="Oval 2004">
                <a:extLst>
                  <a:ext uri="{FF2B5EF4-FFF2-40B4-BE49-F238E27FC236}">
                    <a16:creationId xmlns:a16="http://schemas.microsoft.com/office/drawing/2014/main" id="{4840A027-B957-5F27-A4AF-60CF1A8E8D55}"/>
                  </a:ext>
                </a:extLst>
              </p:cNvPr>
              <p:cNvSpPr/>
              <p:nvPr/>
            </p:nvSpPr>
            <p:spPr>
              <a:xfrm>
                <a:off x="4233192" y="9539115"/>
                <a:ext cx="191210" cy="191210"/>
              </a:xfrm>
              <a:prstGeom prst="ellipse">
                <a:avLst/>
              </a:prstGeom>
              <a:solidFill>
                <a:srgbClr val="D9531E"/>
              </a:solidFill>
              <a:ln>
                <a:noFill/>
              </a:ln>
            </p:spPr>
            <p:txBody>
              <a:bodyPr rtlCol="0" anchor="ctr"/>
              <a:lstStyle/>
              <a:p>
                <a:pPr algn="ctr"/>
                <a:endParaRPr/>
              </a:p>
            </p:txBody>
          </p:sp>
          <p:sp>
            <p:nvSpPr>
              <p:cNvPr id="2006" name="Oval 2005">
                <a:extLst>
                  <a:ext uri="{FF2B5EF4-FFF2-40B4-BE49-F238E27FC236}">
                    <a16:creationId xmlns:a16="http://schemas.microsoft.com/office/drawing/2014/main" id="{6E1794B0-371D-E9F1-A692-A6E393206961}"/>
                  </a:ext>
                </a:extLst>
              </p:cNvPr>
              <p:cNvSpPr/>
              <p:nvPr/>
            </p:nvSpPr>
            <p:spPr>
              <a:xfrm>
                <a:off x="4233192" y="9804685"/>
                <a:ext cx="191210" cy="191210"/>
              </a:xfrm>
              <a:prstGeom prst="ellipse">
                <a:avLst/>
              </a:prstGeom>
              <a:solidFill>
                <a:srgbClr val="D9531E"/>
              </a:solidFill>
              <a:ln>
                <a:noFill/>
              </a:ln>
            </p:spPr>
            <p:txBody>
              <a:bodyPr rtlCol="0" anchor="ctr"/>
              <a:lstStyle/>
              <a:p>
                <a:pPr algn="ctr"/>
                <a:endParaRPr/>
              </a:p>
            </p:txBody>
          </p:sp>
          <p:sp>
            <p:nvSpPr>
              <p:cNvPr id="2007" name="Oval 2006">
                <a:extLst>
                  <a:ext uri="{FF2B5EF4-FFF2-40B4-BE49-F238E27FC236}">
                    <a16:creationId xmlns:a16="http://schemas.microsoft.com/office/drawing/2014/main" id="{C365C44E-E923-BE5B-38DE-632BC4112766}"/>
                  </a:ext>
                </a:extLst>
              </p:cNvPr>
              <p:cNvSpPr/>
              <p:nvPr/>
            </p:nvSpPr>
            <p:spPr>
              <a:xfrm>
                <a:off x="4233192" y="10070256"/>
                <a:ext cx="191210" cy="191210"/>
              </a:xfrm>
              <a:prstGeom prst="ellipse">
                <a:avLst/>
              </a:prstGeom>
              <a:solidFill>
                <a:srgbClr val="D9531E"/>
              </a:solidFill>
              <a:ln>
                <a:noFill/>
              </a:ln>
            </p:spPr>
            <p:txBody>
              <a:bodyPr rtlCol="0" anchor="ctr"/>
              <a:lstStyle/>
              <a:p>
                <a:pPr algn="ctr"/>
                <a:endParaRPr/>
              </a:p>
            </p:txBody>
          </p:sp>
          <p:sp>
            <p:nvSpPr>
              <p:cNvPr id="2008" name="Oval 2007">
                <a:extLst>
                  <a:ext uri="{FF2B5EF4-FFF2-40B4-BE49-F238E27FC236}">
                    <a16:creationId xmlns:a16="http://schemas.microsoft.com/office/drawing/2014/main" id="{9F65F809-B2E2-FE39-989B-373DA82498FA}"/>
                  </a:ext>
                </a:extLst>
              </p:cNvPr>
              <p:cNvSpPr/>
              <p:nvPr/>
            </p:nvSpPr>
            <p:spPr>
              <a:xfrm>
                <a:off x="4498763" y="9007974"/>
                <a:ext cx="191210" cy="191210"/>
              </a:xfrm>
              <a:prstGeom prst="ellipse">
                <a:avLst/>
              </a:prstGeom>
              <a:solidFill>
                <a:srgbClr val="D9531E"/>
              </a:solidFill>
              <a:ln>
                <a:noFill/>
              </a:ln>
            </p:spPr>
            <p:txBody>
              <a:bodyPr rtlCol="0" anchor="ctr"/>
              <a:lstStyle/>
              <a:p>
                <a:pPr algn="ctr"/>
                <a:endParaRPr/>
              </a:p>
            </p:txBody>
          </p:sp>
          <p:sp>
            <p:nvSpPr>
              <p:cNvPr id="2009" name="Oval 2008">
                <a:extLst>
                  <a:ext uri="{FF2B5EF4-FFF2-40B4-BE49-F238E27FC236}">
                    <a16:creationId xmlns:a16="http://schemas.microsoft.com/office/drawing/2014/main" id="{5053ED45-B3F3-3FB6-80A6-8908183B80E0}"/>
                  </a:ext>
                </a:extLst>
              </p:cNvPr>
              <p:cNvSpPr/>
              <p:nvPr/>
            </p:nvSpPr>
            <p:spPr>
              <a:xfrm>
                <a:off x="4498763" y="9273545"/>
                <a:ext cx="191210" cy="191210"/>
              </a:xfrm>
              <a:prstGeom prst="ellipse">
                <a:avLst/>
              </a:prstGeom>
              <a:solidFill>
                <a:srgbClr val="D9531E"/>
              </a:solidFill>
              <a:ln>
                <a:noFill/>
              </a:ln>
            </p:spPr>
            <p:txBody>
              <a:bodyPr rtlCol="0" anchor="ctr"/>
              <a:lstStyle/>
              <a:p>
                <a:pPr algn="ctr"/>
                <a:endParaRPr/>
              </a:p>
            </p:txBody>
          </p:sp>
          <p:sp>
            <p:nvSpPr>
              <p:cNvPr id="2010" name="Oval 2009">
                <a:extLst>
                  <a:ext uri="{FF2B5EF4-FFF2-40B4-BE49-F238E27FC236}">
                    <a16:creationId xmlns:a16="http://schemas.microsoft.com/office/drawing/2014/main" id="{38A9BE42-65A8-FECB-484B-82CB34CE141C}"/>
                  </a:ext>
                </a:extLst>
              </p:cNvPr>
              <p:cNvSpPr/>
              <p:nvPr/>
            </p:nvSpPr>
            <p:spPr>
              <a:xfrm>
                <a:off x="4498763" y="9539115"/>
                <a:ext cx="191210" cy="191210"/>
              </a:xfrm>
              <a:prstGeom prst="ellipse">
                <a:avLst/>
              </a:prstGeom>
              <a:solidFill>
                <a:srgbClr val="D9531E"/>
              </a:solidFill>
              <a:ln>
                <a:noFill/>
              </a:ln>
            </p:spPr>
            <p:txBody>
              <a:bodyPr rtlCol="0" anchor="ctr"/>
              <a:lstStyle/>
              <a:p>
                <a:pPr algn="ctr"/>
                <a:endParaRPr/>
              </a:p>
            </p:txBody>
          </p:sp>
          <p:sp>
            <p:nvSpPr>
              <p:cNvPr id="2011" name="Oval 2010">
                <a:extLst>
                  <a:ext uri="{FF2B5EF4-FFF2-40B4-BE49-F238E27FC236}">
                    <a16:creationId xmlns:a16="http://schemas.microsoft.com/office/drawing/2014/main" id="{081786E6-1FC7-1D9A-5FDB-B8EF1C1F2D87}"/>
                  </a:ext>
                </a:extLst>
              </p:cNvPr>
              <p:cNvSpPr/>
              <p:nvPr/>
            </p:nvSpPr>
            <p:spPr>
              <a:xfrm>
                <a:off x="4498763" y="9804685"/>
                <a:ext cx="191210" cy="191210"/>
              </a:xfrm>
              <a:prstGeom prst="ellipse">
                <a:avLst/>
              </a:prstGeom>
              <a:solidFill>
                <a:srgbClr val="D9531E"/>
              </a:solidFill>
              <a:ln>
                <a:noFill/>
              </a:ln>
            </p:spPr>
            <p:txBody>
              <a:bodyPr rtlCol="0" anchor="ctr"/>
              <a:lstStyle/>
              <a:p>
                <a:pPr algn="ctr"/>
                <a:endParaRPr/>
              </a:p>
            </p:txBody>
          </p:sp>
          <p:sp>
            <p:nvSpPr>
              <p:cNvPr id="2012" name="Oval 2011">
                <a:extLst>
                  <a:ext uri="{FF2B5EF4-FFF2-40B4-BE49-F238E27FC236}">
                    <a16:creationId xmlns:a16="http://schemas.microsoft.com/office/drawing/2014/main" id="{232CD621-DE1F-F56D-4B71-5DAD6F6424DB}"/>
                  </a:ext>
                </a:extLst>
              </p:cNvPr>
              <p:cNvSpPr/>
              <p:nvPr/>
            </p:nvSpPr>
            <p:spPr>
              <a:xfrm>
                <a:off x="4498763" y="10070256"/>
                <a:ext cx="191210" cy="191210"/>
              </a:xfrm>
              <a:prstGeom prst="ellipse">
                <a:avLst/>
              </a:prstGeom>
              <a:solidFill>
                <a:srgbClr val="D9531E"/>
              </a:solidFill>
              <a:ln>
                <a:noFill/>
              </a:ln>
            </p:spPr>
            <p:txBody>
              <a:bodyPr rtlCol="0" anchor="ctr"/>
              <a:lstStyle/>
              <a:p>
                <a:pPr algn="ctr"/>
                <a:endParaRPr/>
              </a:p>
            </p:txBody>
          </p:sp>
          <p:sp>
            <p:nvSpPr>
              <p:cNvPr id="2013" name="Oval 2012">
                <a:extLst>
                  <a:ext uri="{FF2B5EF4-FFF2-40B4-BE49-F238E27FC236}">
                    <a16:creationId xmlns:a16="http://schemas.microsoft.com/office/drawing/2014/main" id="{82BBDBDA-8A3A-7FF8-C58D-2DCBC286E061}"/>
                  </a:ext>
                </a:extLst>
              </p:cNvPr>
              <p:cNvSpPr/>
              <p:nvPr/>
            </p:nvSpPr>
            <p:spPr>
              <a:xfrm>
                <a:off x="4764333" y="9007974"/>
                <a:ext cx="191210" cy="191210"/>
              </a:xfrm>
              <a:prstGeom prst="ellipse">
                <a:avLst/>
              </a:prstGeom>
              <a:solidFill>
                <a:srgbClr val="D9531E"/>
              </a:solidFill>
              <a:ln>
                <a:noFill/>
              </a:ln>
            </p:spPr>
            <p:txBody>
              <a:bodyPr rtlCol="0" anchor="ctr"/>
              <a:lstStyle/>
              <a:p>
                <a:pPr algn="ctr"/>
                <a:endParaRPr/>
              </a:p>
            </p:txBody>
          </p:sp>
          <p:sp>
            <p:nvSpPr>
              <p:cNvPr id="2014" name="Oval 2013">
                <a:extLst>
                  <a:ext uri="{FF2B5EF4-FFF2-40B4-BE49-F238E27FC236}">
                    <a16:creationId xmlns:a16="http://schemas.microsoft.com/office/drawing/2014/main" id="{64B64155-5F85-AC92-D939-CC93B2727A58}"/>
                  </a:ext>
                </a:extLst>
              </p:cNvPr>
              <p:cNvSpPr/>
              <p:nvPr/>
            </p:nvSpPr>
            <p:spPr>
              <a:xfrm>
                <a:off x="4764333" y="9273545"/>
                <a:ext cx="191210" cy="191210"/>
              </a:xfrm>
              <a:prstGeom prst="ellipse">
                <a:avLst/>
              </a:prstGeom>
              <a:solidFill>
                <a:srgbClr val="D9531E"/>
              </a:solidFill>
              <a:ln>
                <a:noFill/>
              </a:ln>
            </p:spPr>
            <p:txBody>
              <a:bodyPr rtlCol="0" anchor="ctr"/>
              <a:lstStyle/>
              <a:p>
                <a:pPr algn="ctr"/>
                <a:endParaRPr/>
              </a:p>
            </p:txBody>
          </p:sp>
          <p:sp>
            <p:nvSpPr>
              <p:cNvPr id="2015" name="Oval 2014">
                <a:extLst>
                  <a:ext uri="{FF2B5EF4-FFF2-40B4-BE49-F238E27FC236}">
                    <a16:creationId xmlns:a16="http://schemas.microsoft.com/office/drawing/2014/main" id="{EB7E8A62-2898-5020-5FAD-430B65117F1A}"/>
                  </a:ext>
                </a:extLst>
              </p:cNvPr>
              <p:cNvSpPr/>
              <p:nvPr/>
            </p:nvSpPr>
            <p:spPr>
              <a:xfrm>
                <a:off x="4764333" y="9539115"/>
                <a:ext cx="191210" cy="191210"/>
              </a:xfrm>
              <a:prstGeom prst="ellipse">
                <a:avLst/>
              </a:prstGeom>
              <a:solidFill>
                <a:srgbClr val="D9531E"/>
              </a:solidFill>
              <a:ln>
                <a:noFill/>
              </a:ln>
            </p:spPr>
            <p:txBody>
              <a:bodyPr rtlCol="0" anchor="ctr"/>
              <a:lstStyle/>
              <a:p>
                <a:pPr algn="ctr"/>
                <a:endParaRPr/>
              </a:p>
            </p:txBody>
          </p:sp>
          <p:sp>
            <p:nvSpPr>
              <p:cNvPr id="2016" name="Oval 2015">
                <a:extLst>
                  <a:ext uri="{FF2B5EF4-FFF2-40B4-BE49-F238E27FC236}">
                    <a16:creationId xmlns:a16="http://schemas.microsoft.com/office/drawing/2014/main" id="{E4B4F1A1-9B98-30F3-1FB3-D94AF530D620}"/>
                  </a:ext>
                </a:extLst>
              </p:cNvPr>
              <p:cNvSpPr/>
              <p:nvPr/>
            </p:nvSpPr>
            <p:spPr>
              <a:xfrm>
                <a:off x="4764333" y="9804685"/>
                <a:ext cx="191210" cy="191210"/>
              </a:xfrm>
              <a:prstGeom prst="ellipse">
                <a:avLst/>
              </a:prstGeom>
              <a:solidFill>
                <a:srgbClr val="D9531E"/>
              </a:solidFill>
              <a:ln>
                <a:noFill/>
              </a:ln>
            </p:spPr>
            <p:txBody>
              <a:bodyPr rtlCol="0" anchor="ctr"/>
              <a:lstStyle/>
              <a:p>
                <a:pPr algn="ctr"/>
                <a:endParaRPr/>
              </a:p>
            </p:txBody>
          </p:sp>
          <p:sp>
            <p:nvSpPr>
              <p:cNvPr id="2017" name="Oval 2016">
                <a:extLst>
                  <a:ext uri="{FF2B5EF4-FFF2-40B4-BE49-F238E27FC236}">
                    <a16:creationId xmlns:a16="http://schemas.microsoft.com/office/drawing/2014/main" id="{52F76030-223E-913C-07EE-5CBA04C2A080}"/>
                  </a:ext>
                </a:extLst>
              </p:cNvPr>
              <p:cNvSpPr/>
              <p:nvPr/>
            </p:nvSpPr>
            <p:spPr>
              <a:xfrm>
                <a:off x="4764333" y="10070256"/>
                <a:ext cx="191210" cy="191210"/>
              </a:xfrm>
              <a:prstGeom prst="ellipse">
                <a:avLst/>
              </a:prstGeom>
              <a:solidFill>
                <a:srgbClr val="D9531E"/>
              </a:solidFill>
              <a:ln>
                <a:noFill/>
              </a:ln>
            </p:spPr>
            <p:txBody>
              <a:bodyPr rtlCol="0" anchor="ctr"/>
              <a:lstStyle/>
              <a:p>
                <a:pPr algn="ctr"/>
                <a:endParaRPr/>
              </a:p>
            </p:txBody>
          </p:sp>
          <p:sp>
            <p:nvSpPr>
              <p:cNvPr id="2018" name="Oval 2017">
                <a:extLst>
                  <a:ext uri="{FF2B5EF4-FFF2-40B4-BE49-F238E27FC236}">
                    <a16:creationId xmlns:a16="http://schemas.microsoft.com/office/drawing/2014/main" id="{822229EE-7084-1178-5E8C-F98F6968BDF4}"/>
                  </a:ext>
                </a:extLst>
              </p:cNvPr>
              <p:cNvSpPr/>
              <p:nvPr/>
            </p:nvSpPr>
            <p:spPr>
              <a:xfrm>
                <a:off x="5029904" y="9007974"/>
                <a:ext cx="191210" cy="191210"/>
              </a:xfrm>
              <a:prstGeom prst="ellipse">
                <a:avLst/>
              </a:prstGeom>
              <a:solidFill>
                <a:srgbClr val="D9531E"/>
              </a:solidFill>
              <a:ln>
                <a:noFill/>
              </a:ln>
            </p:spPr>
            <p:txBody>
              <a:bodyPr rtlCol="0" anchor="ctr"/>
              <a:lstStyle/>
              <a:p>
                <a:pPr algn="ctr"/>
                <a:endParaRPr/>
              </a:p>
            </p:txBody>
          </p:sp>
          <p:sp>
            <p:nvSpPr>
              <p:cNvPr id="2019" name="Oval 2018">
                <a:extLst>
                  <a:ext uri="{FF2B5EF4-FFF2-40B4-BE49-F238E27FC236}">
                    <a16:creationId xmlns:a16="http://schemas.microsoft.com/office/drawing/2014/main" id="{0EB031EF-E0DD-3909-E214-EB9AC68399A3}"/>
                  </a:ext>
                </a:extLst>
              </p:cNvPr>
              <p:cNvSpPr/>
              <p:nvPr/>
            </p:nvSpPr>
            <p:spPr>
              <a:xfrm>
                <a:off x="5029904" y="9273545"/>
                <a:ext cx="191210" cy="191210"/>
              </a:xfrm>
              <a:prstGeom prst="ellipse">
                <a:avLst/>
              </a:prstGeom>
              <a:solidFill>
                <a:srgbClr val="D9531E"/>
              </a:solidFill>
              <a:ln>
                <a:noFill/>
              </a:ln>
            </p:spPr>
            <p:txBody>
              <a:bodyPr rtlCol="0" anchor="ctr"/>
              <a:lstStyle/>
              <a:p>
                <a:pPr algn="ctr"/>
                <a:endParaRPr/>
              </a:p>
            </p:txBody>
          </p:sp>
          <p:sp>
            <p:nvSpPr>
              <p:cNvPr id="2020" name="Oval 2019">
                <a:extLst>
                  <a:ext uri="{FF2B5EF4-FFF2-40B4-BE49-F238E27FC236}">
                    <a16:creationId xmlns:a16="http://schemas.microsoft.com/office/drawing/2014/main" id="{BC838866-9E9A-3672-E912-0CD31BCF7E48}"/>
                  </a:ext>
                </a:extLst>
              </p:cNvPr>
              <p:cNvSpPr/>
              <p:nvPr/>
            </p:nvSpPr>
            <p:spPr>
              <a:xfrm>
                <a:off x="5029904" y="9539115"/>
                <a:ext cx="191210" cy="191210"/>
              </a:xfrm>
              <a:prstGeom prst="ellipse">
                <a:avLst/>
              </a:prstGeom>
              <a:solidFill>
                <a:srgbClr val="D9531E"/>
              </a:solidFill>
              <a:ln>
                <a:noFill/>
              </a:ln>
            </p:spPr>
            <p:txBody>
              <a:bodyPr rtlCol="0" anchor="ctr"/>
              <a:lstStyle/>
              <a:p>
                <a:pPr algn="ctr"/>
                <a:endParaRPr/>
              </a:p>
            </p:txBody>
          </p:sp>
          <p:sp>
            <p:nvSpPr>
              <p:cNvPr id="2021" name="Oval 2020">
                <a:extLst>
                  <a:ext uri="{FF2B5EF4-FFF2-40B4-BE49-F238E27FC236}">
                    <a16:creationId xmlns:a16="http://schemas.microsoft.com/office/drawing/2014/main" id="{515D3EBF-4FE6-3EC9-8F13-D2CECBB14D19}"/>
                  </a:ext>
                </a:extLst>
              </p:cNvPr>
              <p:cNvSpPr/>
              <p:nvPr/>
            </p:nvSpPr>
            <p:spPr>
              <a:xfrm>
                <a:off x="5029904" y="9804685"/>
                <a:ext cx="191210" cy="191210"/>
              </a:xfrm>
              <a:prstGeom prst="ellipse">
                <a:avLst/>
              </a:prstGeom>
              <a:solidFill>
                <a:srgbClr val="D9531E"/>
              </a:solidFill>
              <a:ln>
                <a:noFill/>
              </a:ln>
            </p:spPr>
            <p:txBody>
              <a:bodyPr rtlCol="0" anchor="ctr"/>
              <a:lstStyle/>
              <a:p>
                <a:pPr algn="ctr"/>
                <a:endParaRPr/>
              </a:p>
            </p:txBody>
          </p:sp>
          <p:sp>
            <p:nvSpPr>
              <p:cNvPr id="2022" name="Oval 2021">
                <a:extLst>
                  <a:ext uri="{FF2B5EF4-FFF2-40B4-BE49-F238E27FC236}">
                    <a16:creationId xmlns:a16="http://schemas.microsoft.com/office/drawing/2014/main" id="{DAA1D4ED-414A-486E-C200-9DC18FEB39DE}"/>
                  </a:ext>
                </a:extLst>
              </p:cNvPr>
              <p:cNvSpPr/>
              <p:nvPr/>
            </p:nvSpPr>
            <p:spPr>
              <a:xfrm>
                <a:off x="5029904" y="10070256"/>
                <a:ext cx="191210" cy="191210"/>
              </a:xfrm>
              <a:prstGeom prst="ellipse">
                <a:avLst/>
              </a:prstGeom>
              <a:solidFill>
                <a:srgbClr val="FFFFFF"/>
              </a:solidFill>
              <a:ln>
                <a:noFill/>
              </a:ln>
            </p:spPr>
            <p:txBody>
              <a:bodyPr rtlCol="0" anchor="ctr"/>
              <a:lstStyle/>
              <a:p>
                <a:pPr algn="ctr"/>
                <a:endParaRPr/>
              </a:p>
            </p:txBody>
          </p:sp>
          <p:sp>
            <p:nvSpPr>
              <p:cNvPr id="2023" name="Oval 2022">
                <a:extLst>
                  <a:ext uri="{FF2B5EF4-FFF2-40B4-BE49-F238E27FC236}">
                    <a16:creationId xmlns:a16="http://schemas.microsoft.com/office/drawing/2014/main" id="{2E0F5BB0-6E55-14C3-C232-FED42A0E06F9}"/>
                  </a:ext>
                </a:extLst>
              </p:cNvPr>
              <p:cNvSpPr/>
              <p:nvPr/>
            </p:nvSpPr>
            <p:spPr>
              <a:xfrm>
                <a:off x="5295474" y="9007974"/>
                <a:ext cx="191210" cy="191210"/>
              </a:xfrm>
              <a:prstGeom prst="ellipse">
                <a:avLst/>
              </a:prstGeom>
              <a:solidFill>
                <a:srgbClr val="FFFFFF"/>
              </a:solidFill>
              <a:ln>
                <a:noFill/>
              </a:ln>
            </p:spPr>
            <p:txBody>
              <a:bodyPr rtlCol="0" anchor="ctr"/>
              <a:lstStyle/>
              <a:p>
                <a:pPr algn="ctr"/>
                <a:endParaRPr/>
              </a:p>
            </p:txBody>
          </p:sp>
          <p:sp>
            <p:nvSpPr>
              <p:cNvPr id="2024" name="Oval 2023">
                <a:extLst>
                  <a:ext uri="{FF2B5EF4-FFF2-40B4-BE49-F238E27FC236}">
                    <a16:creationId xmlns:a16="http://schemas.microsoft.com/office/drawing/2014/main" id="{AD4E13B8-DA34-0AF4-EF8D-4829BB21C156}"/>
                  </a:ext>
                </a:extLst>
              </p:cNvPr>
              <p:cNvSpPr/>
              <p:nvPr/>
            </p:nvSpPr>
            <p:spPr>
              <a:xfrm>
                <a:off x="5295474" y="9273545"/>
                <a:ext cx="191210" cy="191210"/>
              </a:xfrm>
              <a:prstGeom prst="ellipse">
                <a:avLst/>
              </a:prstGeom>
              <a:solidFill>
                <a:srgbClr val="FFFFFF"/>
              </a:solidFill>
              <a:ln>
                <a:noFill/>
              </a:ln>
            </p:spPr>
            <p:txBody>
              <a:bodyPr rtlCol="0" anchor="ctr"/>
              <a:lstStyle/>
              <a:p>
                <a:pPr algn="ctr"/>
                <a:endParaRPr/>
              </a:p>
            </p:txBody>
          </p:sp>
          <p:sp>
            <p:nvSpPr>
              <p:cNvPr id="2025" name="Oval 2024">
                <a:extLst>
                  <a:ext uri="{FF2B5EF4-FFF2-40B4-BE49-F238E27FC236}">
                    <a16:creationId xmlns:a16="http://schemas.microsoft.com/office/drawing/2014/main" id="{E4042885-0B89-4A84-8817-0C3497E27579}"/>
                  </a:ext>
                </a:extLst>
              </p:cNvPr>
              <p:cNvSpPr/>
              <p:nvPr/>
            </p:nvSpPr>
            <p:spPr>
              <a:xfrm>
                <a:off x="5295474" y="9539115"/>
                <a:ext cx="191210" cy="191210"/>
              </a:xfrm>
              <a:prstGeom prst="ellipse">
                <a:avLst/>
              </a:prstGeom>
              <a:solidFill>
                <a:srgbClr val="FFFFFF"/>
              </a:solidFill>
              <a:ln>
                <a:noFill/>
              </a:ln>
            </p:spPr>
            <p:txBody>
              <a:bodyPr rtlCol="0" anchor="ctr"/>
              <a:lstStyle/>
              <a:p>
                <a:pPr algn="ctr"/>
                <a:endParaRPr/>
              </a:p>
            </p:txBody>
          </p:sp>
          <p:sp>
            <p:nvSpPr>
              <p:cNvPr id="2026" name="Oval 2025">
                <a:extLst>
                  <a:ext uri="{FF2B5EF4-FFF2-40B4-BE49-F238E27FC236}">
                    <a16:creationId xmlns:a16="http://schemas.microsoft.com/office/drawing/2014/main" id="{E6CBBE5E-F5DE-2E8B-9B12-08112F41F7B3}"/>
                  </a:ext>
                </a:extLst>
              </p:cNvPr>
              <p:cNvSpPr/>
              <p:nvPr/>
            </p:nvSpPr>
            <p:spPr>
              <a:xfrm>
                <a:off x="5295474" y="9804685"/>
                <a:ext cx="191210" cy="191210"/>
              </a:xfrm>
              <a:prstGeom prst="ellipse">
                <a:avLst/>
              </a:prstGeom>
              <a:solidFill>
                <a:srgbClr val="FFFFFF"/>
              </a:solidFill>
              <a:ln>
                <a:noFill/>
              </a:ln>
            </p:spPr>
            <p:txBody>
              <a:bodyPr rtlCol="0" anchor="ctr"/>
              <a:lstStyle/>
              <a:p>
                <a:pPr algn="ctr"/>
                <a:endParaRPr/>
              </a:p>
            </p:txBody>
          </p:sp>
          <p:sp>
            <p:nvSpPr>
              <p:cNvPr id="2027" name="Oval 2026">
                <a:extLst>
                  <a:ext uri="{FF2B5EF4-FFF2-40B4-BE49-F238E27FC236}">
                    <a16:creationId xmlns:a16="http://schemas.microsoft.com/office/drawing/2014/main" id="{50CCCB54-FF7E-65EC-6AB6-5195C0112C01}"/>
                  </a:ext>
                </a:extLst>
              </p:cNvPr>
              <p:cNvSpPr/>
              <p:nvPr/>
            </p:nvSpPr>
            <p:spPr>
              <a:xfrm>
                <a:off x="5295474" y="10070256"/>
                <a:ext cx="191210" cy="191210"/>
              </a:xfrm>
              <a:prstGeom prst="ellipse">
                <a:avLst/>
              </a:prstGeom>
              <a:solidFill>
                <a:srgbClr val="FFFFFF"/>
              </a:solidFill>
              <a:ln>
                <a:noFill/>
              </a:ln>
            </p:spPr>
            <p:txBody>
              <a:bodyPr rtlCol="0" anchor="ctr"/>
              <a:lstStyle/>
              <a:p>
                <a:pPr algn="ctr"/>
                <a:endParaRPr/>
              </a:p>
            </p:txBody>
          </p:sp>
          <p:sp>
            <p:nvSpPr>
              <p:cNvPr id="2028" name="Oval 2027">
                <a:extLst>
                  <a:ext uri="{FF2B5EF4-FFF2-40B4-BE49-F238E27FC236}">
                    <a16:creationId xmlns:a16="http://schemas.microsoft.com/office/drawing/2014/main" id="{57148B39-06A0-FD48-4562-D3FD87010B19}"/>
                  </a:ext>
                </a:extLst>
              </p:cNvPr>
              <p:cNvSpPr/>
              <p:nvPr/>
            </p:nvSpPr>
            <p:spPr>
              <a:xfrm>
                <a:off x="5561045" y="9007974"/>
                <a:ext cx="191210" cy="191210"/>
              </a:xfrm>
              <a:prstGeom prst="ellipse">
                <a:avLst/>
              </a:prstGeom>
              <a:solidFill>
                <a:srgbClr val="FFFFFF"/>
              </a:solidFill>
              <a:ln>
                <a:noFill/>
              </a:ln>
            </p:spPr>
            <p:txBody>
              <a:bodyPr rtlCol="0" anchor="ctr"/>
              <a:lstStyle/>
              <a:p>
                <a:pPr algn="ctr"/>
                <a:endParaRPr/>
              </a:p>
            </p:txBody>
          </p:sp>
          <p:sp>
            <p:nvSpPr>
              <p:cNvPr id="2029" name="Oval 2028">
                <a:extLst>
                  <a:ext uri="{FF2B5EF4-FFF2-40B4-BE49-F238E27FC236}">
                    <a16:creationId xmlns:a16="http://schemas.microsoft.com/office/drawing/2014/main" id="{48016A4D-FA95-C2DA-8F67-9213977BAB2F}"/>
                  </a:ext>
                </a:extLst>
              </p:cNvPr>
              <p:cNvSpPr/>
              <p:nvPr/>
            </p:nvSpPr>
            <p:spPr>
              <a:xfrm>
                <a:off x="5561045" y="9273545"/>
                <a:ext cx="191210" cy="191210"/>
              </a:xfrm>
              <a:prstGeom prst="ellipse">
                <a:avLst/>
              </a:prstGeom>
              <a:solidFill>
                <a:srgbClr val="FFFFFF"/>
              </a:solidFill>
              <a:ln>
                <a:noFill/>
              </a:ln>
            </p:spPr>
            <p:txBody>
              <a:bodyPr rtlCol="0" anchor="ctr"/>
              <a:lstStyle/>
              <a:p>
                <a:pPr algn="ctr"/>
                <a:endParaRPr/>
              </a:p>
            </p:txBody>
          </p:sp>
          <p:sp>
            <p:nvSpPr>
              <p:cNvPr id="2030" name="Oval 2029">
                <a:extLst>
                  <a:ext uri="{FF2B5EF4-FFF2-40B4-BE49-F238E27FC236}">
                    <a16:creationId xmlns:a16="http://schemas.microsoft.com/office/drawing/2014/main" id="{C41EFA54-DBC0-8CDC-2EC5-9C36368F582B}"/>
                  </a:ext>
                </a:extLst>
              </p:cNvPr>
              <p:cNvSpPr/>
              <p:nvPr/>
            </p:nvSpPr>
            <p:spPr>
              <a:xfrm>
                <a:off x="5561045" y="9539115"/>
                <a:ext cx="191210" cy="191210"/>
              </a:xfrm>
              <a:prstGeom prst="ellipse">
                <a:avLst/>
              </a:prstGeom>
              <a:solidFill>
                <a:srgbClr val="FFFFFF"/>
              </a:solidFill>
              <a:ln>
                <a:noFill/>
              </a:ln>
            </p:spPr>
            <p:txBody>
              <a:bodyPr rtlCol="0" anchor="ctr"/>
              <a:lstStyle/>
              <a:p>
                <a:pPr algn="ctr"/>
                <a:endParaRPr/>
              </a:p>
            </p:txBody>
          </p:sp>
          <p:sp>
            <p:nvSpPr>
              <p:cNvPr id="2031" name="Oval 2030">
                <a:extLst>
                  <a:ext uri="{FF2B5EF4-FFF2-40B4-BE49-F238E27FC236}">
                    <a16:creationId xmlns:a16="http://schemas.microsoft.com/office/drawing/2014/main" id="{98DB04B1-D790-53C9-754B-70EDD1717F0F}"/>
                  </a:ext>
                </a:extLst>
              </p:cNvPr>
              <p:cNvSpPr/>
              <p:nvPr/>
            </p:nvSpPr>
            <p:spPr>
              <a:xfrm>
                <a:off x="5561045" y="9804685"/>
                <a:ext cx="191210" cy="191210"/>
              </a:xfrm>
              <a:prstGeom prst="ellipse">
                <a:avLst/>
              </a:prstGeom>
              <a:solidFill>
                <a:srgbClr val="FFFFFF"/>
              </a:solidFill>
              <a:ln>
                <a:noFill/>
              </a:ln>
            </p:spPr>
            <p:txBody>
              <a:bodyPr rtlCol="0" anchor="ctr"/>
              <a:lstStyle/>
              <a:p>
                <a:pPr algn="ctr"/>
                <a:endParaRPr/>
              </a:p>
            </p:txBody>
          </p:sp>
          <p:sp>
            <p:nvSpPr>
              <p:cNvPr id="2032" name="Oval 2031">
                <a:extLst>
                  <a:ext uri="{FF2B5EF4-FFF2-40B4-BE49-F238E27FC236}">
                    <a16:creationId xmlns:a16="http://schemas.microsoft.com/office/drawing/2014/main" id="{F88969FA-A003-83F4-C56C-940D8D0FCF2A}"/>
                  </a:ext>
                </a:extLst>
              </p:cNvPr>
              <p:cNvSpPr/>
              <p:nvPr/>
            </p:nvSpPr>
            <p:spPr>
              <a:xfrm>
                <a:off x="5561045" y="10070256"/>
                <a:ext cx="191210" cy="191210"/>
              </a:xfrm>
              <a:prstGeom prst="ellipse">
                <a:avLst/>
              </a:prstGeom>
              <a:solidFill>
                <a:srgbClr val="FFFFFF"/>
              </a:solidFill>
              <a:ln>
                <a:noFill/>
              </a:ln>
            </p:spPr>
            <p:txBody>
              <a:bodyPr rtlCol="0" anchor="ctr"/>
              <a:lstStyle/>
              <a:p>
                <a:pPr algn="ctr"/>
                <a:endParaRPr/>
              </a:p>
            </p:txBody>
          </p:sp>
          <p:sp>
            <p:nvSpPr>
              <p:cNvPr id="2033" name="Oval 2032">
                <a:extLst>
                  <a:ext uri="{FF2B5EF4-FFF2-40B4-BE49-F238E27FC236}">
                    <a16:creationId xmlns:a16="http://schemas.microsoft.com/office/drawing/2014/main" id="{066DB267-5B11-C6A2-6280-551581BFCA9E}"/>
                  </a:ext>
                </a:extLst>
              </p:cNvPr>
              <p:cNvSpPr/>
              <p:nvPr/>
            </p:nvSpPr>
            <p:spPr>
              <a:xfrm>
                <a:off x="5826615" y="9007974"/>
                <a:ext cx="191210" cy="191210"/>
              </a:xfrm>
              <a:prstGeom prst="ellipse">
                <a:avLst/>
              </a:prstGeom>
              <a:solidFill>
                <a:srgbClr val="FFFFFF"/>
              </a:solidFill>
              <a:ln>
                <a:noFill/>
              </a:ln>
            </p:spPr>
            <p:txBody>
              <a:bodyPr rtlCol="0" anchor="ctr"/>
              <a:lstStyle/>
              <a:p>
                <a:pPr algn="ctr"/>
                <a:endParaRPr/>
              </a:p>
            </p:txBody>
          </p:sp>
          <p:sp>
            <p:nvSpPr>
              <p:cNvPr id="2034" name="Oval 2033">
                <a:extLst>
                  <a:ext uri="{FF2B5EF4-FFF2-40B4-BE49-F238E27FC236}">
                    <a16:creationId xmlns:a16="http://schemas.microsoft.com/office/drawing/2014/main" id="{1BEC937A-B8AB-95A1-9B58-782E576BA24F}"/>
                  </a:ext>
                </a:extLst>
              </p:cNvPr>
              <p:cNvSpPr/>
              <p:nvPr/>
            </p:nvSpPr>
            <p:spPr>
              <a:xfrm>
                <a:off x="5826615" y="9273545"/>
                <a:ext cx="191210" cy="191210"/>
              </a:xfrm>
              <a:prstGeom prst="ellipse">
                <a:avLst/>
              </a:prstGeom>
              <a:solidFill>
                <a:srgbClr val="FFFFFF"/>
              </a:solidFill>
              <a:ln>
                <a:noFill/>
              </a:ln>
            </p:spPr>
            <p:txBody>
              <a:bodyPr rtlCol="0" anchor="ctr"/>
              <a:lstStyle/>
              <a:p>
                <a:pPr algn="ctr"/>
                <a:endParaRPr/>
              </a:p>
            </p:txBody>
          </p:sp>
          <p:sp>
            <p:nvSpPr>
              <p:cNvPr id="2035" name="Oval 2034">
                <a:extLst>
                  <a:ext uri="{FF2B5EF4-FFF2-40B4-BE49-F238E27FC236}">
                    <a16:creationId xmlns:a16="http://schemas.microsoft.com/office/drawing/2014/main" id="{9360D398-873C-A726-7C67-9A29D62C1F5A}"/>
                  </a:ext>
                </a:extLst>
              </p:cNvPr>
              <p:cNvSpPr/>
              <p:nvPr/>
            </p:nvSpPr>
            <p:spPr>
              <a:xfrm>
                <a:off x="5826615" y="9539115"/>
                <a:ext cx="191210" cy="191210"/>
              </a:xfrm>
              <a:prstGeom prst="ellipse">
                <a:avLst/>
              </a:prstGeom>
              <a:solidFill>
                <a:srgbClr val="FFFFFF"/>
              </a:solidFill>
              <a:ln>
                <a:noFill/>
              </a:ln>
            </p:spPr>
            <p:txBody>
              <a:bodyPr rtlCol="0" anchor="ctr"/>
              <a:lstStyle/>
              <a:p>
                <a:pPr algn="ctr"/>
                <a:endParaRPr/>
              </a:p>
            </p:txBody>
          </p:sp>
          <p:sp>
            <p:nvSpPr>
              <p:cNvPr id="2036" name="Oval 2035">
                <a:extLst>
                  <a:ext uri="{FF2B5EF4-FFF2-40B4-BE49-F238E27FC236}">
                    <a16:creationId xmlns:a16="http://schemas.microsoft.com/office/drawing/2014/main" id="{B5F0E059-CF00-43FD-E695-F5376EFA5AAE}"/>
                  </a:ext>
                </a:extLst>
              </p:cNvPr>
              <p:cNvSpPr/>
              <p:nvPr/>
            </p:nvSpPr>
            <p:spPr>
              <a:xfrm>
                <a:off x="5826615" y="9804685"/>
                <a:ext cx="191210" cy="191210"/>
              </a:xfrm>
              <a:prstGeom prst="ellipse">
                <a:avLst/>
              </a:prstGeom>
              <a:solidFill>
                <a:srgbClr val="FFFFFF"/>
              </a:solidFill>
              <a:ln>
                <a:noFill/>
              </a:ln>
            </p:spPr>
            <p:txBody>
              <a:bodyPr rtlCol="0" anchor="ctr"/>
              <a:lstStyle/>
              <a:p>
                <a:pPr algn="ctr"/>
                <a:endParaRPr/>
              </a:p>
            </p:txBody>
          </p:sp>
          <p:sp>
            <p:nvSpPr>
              <p:cNvPr id="2037" name="Oval 2036">
                <a:extLst>
                  <a:ext uri="{FF2B5EF4-FFF2-40B4-BE49-F238E27FC236}">
                    <a16:creationId xmlns:a16="http://schemas.microsoft.com/office/drawing/2014/main" id="{7B05EB89-CC40-2148-F424-77DDF64DAB58}"/>
                  </a:ext>
                </a:extLst>
              </p:cNvPr>
              <p:cNvSpPr/>
              <p:nvPr/>
            </p:nvSpPr>
            <p:spPr>
              <a:xfrm>
                <a:off x="5826615" y="10070256"/>
                <a:ext cx="191210" cy="191210"/>
              </a:xfrm>
              <a:prstGeom prst="ellipse">
                <a:avLst/>
              </a:prstGeom>
              <a:solidFill>
                <a:srgbClr val="FFFFFF"/>
              </a:solidFill>
              <a:ln>
                <a:noFill/>
              </a:ln>
            </p:spPr>
            <p:txBody>
              <a:bodyPr rtlCol="0" anchor="ctr"/>
              <a:lstStyle/>
              <a:p>
                <a:pPr algn="ctr"/>
                <a:endParaRPr/>
              </a:p>
            </p:txBody>
          </p:sp>
          <p:sp>
            <p:nvSpPr>
              <p:cNvPr id="2038" name="Oval 2037">
                <a:extLst>
                  <a:ext uri="{FF2B5EF4-FFF2-40B4-BE49-F238E27FC236}">
                    <a16:creationId xmlns:a16="http://schemas.microsoft.com/office/drawing/2014/main" id="{9321AF8E-201B-55E1-A7B3-8FA9841A037C}"/>
                  </a:ext>
                </a:extLst>
              </p:cNvPr>
              <p:cNvSpPr/>
              <p:nvPr/>
            </p:nvSpPr>
            <p:spPr>
              <a:xfrm>
                <a:off x="6092186" y="9007974"/>
                <a:ext cx="191210" cy="191210"/>
              </a:xfrm>
              <a:prstGeom prst="ellipse">
                <a:avLst/>
              </a:prstGeom>
              <a:solidFill>
                <a:srgbClr val="FFFFFF"/>
              </a:solidFill>
              <a:ln>
                <a:noFill/>
              </a:ln>
            </p:spPr>
            <p:txBody>
              <a:bodyPr rtlCol="0" anchor="ctr"/>
              <a:lstStyle/>
              <a:p>
                <a:pPr algn="ctr"/>
                <a:endParaRPr/>
              </a:p>
            </p:txBody>
          </p:sp>
          <p:sp>
            <p:nvSpPr>
              <p:cNvPr id="2039" name="Oval 2038">
                <a:extLst>
                  <a:ext uri="{FF2B5EF4-FFF2-40B4-BE49-F238E27FC236}">
                    <a16:creationId xmlns:a16="http://schemas.microsoft.com/office/drawing/2014/main" id="{B887029B-08C5-23B2-1668-272645931D61}"/>
                  </a:ext>
                </a:extLst>
              </p:cNvPr>
              <p:cNvSpPr/>
              <p:nvPr/>
            </p:nvSpPr>
            <p:spPr>
              <a:xfrm>
                <a:off x="6092186" y="9273545"/>
                <a:ext cx="191210" cy="191210"/>
              </a:xfrm>
              <a:prstGeom prst="ellipse">
                <a:avLst/>
              </a:prstGeom>
              <a:solidFill>
                <a:srgbClr val="FFFFFF"/>
              </a:solidFill>
              <a:ln>
                <a:noFill/>
              </a:ln>
            </p:spPr>
            <p:txBody>
              <a:bodyPr rtlCol="0" anchor="ctr"/>
              <a:lstStyle/>
              <a:p>
                <a:pPr algn="ctr"/>
                <a:endParaRPr/>
              </a:p>
            </p:txBody>
          </p:sp>
        </p:grpSp>
        <p:sp>
          <p:nvSpPr>
            <p:cNvPr id="1985" name="Hero caption">
              <a:extLst>
                <a:ext uri="{FF2B5EF4-FFF2-40B4-BE49-F238E27FC236}">
                  <a16:creationId xmlns:a16="http://schemas.microsoft.com/office/drawing/2014/main" id="{0D8C50A3-F4DA-70C1-5005-602DF942CEEF}"/>
                </a:ext>
              </a:extLst>
            </p:cNvPr>
            <p:cNvSpPr txBox="1"/>
            <p:nvPr/>
          </p:nvSpPr>
          <p:spPr>
            <a:xfrm>
              <a:off x="705658" y="10545248"/>
              <a:ext cx="6942770" cy="910527"/>
            </a:xfrm>
            <a:prstGeom prst="rect">
              <a:avLst/>
            </a:prstGeom>
            <a:noFill/>
          </p:spPr>
          <p:txBody>
            <a:bodyPr wrap="square" lIns="0" tIns="0" rIns="0" bIns="0" anchor="t">
              <a:noAutofit/>
            </a:bodyPr>
            <a:lstStyle/>
            <a:p>
              <a:pPr algn="l">
                <a:lnSpc>
                  <a:spcPct val="100000"/>
                </a:lnSpc>
              </a:pPr>
              <a:r>
                <a:rPr sz="2840" b="0" i="0"/>
                <a:t>of accounts with an SH/ED photo: it was their most-viewed post (29 of 47)</a:t>
              </a:r>
            </a:p>
          </p:txBody>
        </p:sp>
        <p:sp>
          <p:nvSpPr>
            <p:cNvPr id="1986" name="Bullets">
              <a:extLst>
                <a:ext uri="{FF2B5EF4-FFF2-40B4-BE49-F238E27FC236}">
                  <a16:creationId xmlns:a16="http://schemas.microsoft.com/office/drawing/2014/main" id="{367EAA88-A68D-8C69-F518-D4BE7031AC3A}"/>
                </a:ext>
              </a:extLst>
            </p:cNvPr>
            <p:cNvSpPr txBox="1"/>
            <p:nvPr/>
          </p:nvSpPr>
          <p:spPr>
            <a:xfrm>
              <a:off x="705658" y="11364722"/>
              <a:ext cx="6942770" cy="2259450"/>
            </a:xfrm>
            <a:prstGeom prst="rect">
              <a:avLst/>
            </a:prstGeom>
            <a:noFill/>
          </p:spPr>
          <p:txBody>
            <a:bodyPr wrap="square" lIns="0" tIns="0" rIns="0" bIns="0" anchor="b">
              <a:noAutofit/>
            </a:bodyPr>
            <a:lstStyle/>
            <a:p>
              <a:pPr marL="386974" indent="-386974">
                <a:lnSpc>
                  <a:spcPct val="110000"/>
                </a:lnSpc>
                <a:spcAft>
                  <a:spcPts val="0"/>
                </a:spcAft>
                <a:buFont typeface="Arial"/>
                <a:buChar char="•"/>
              </a:pPr>
              <a:r>
                <a:rPr sz="2840" b="0" i="0"/>
                <a:t>SH and “bodycheck” photos were often paired with aesthetically pleasing filters or overlays, and users received compliments</a:t>
              </a:r>
              <a:r>
                <a:rPr lang="en-US" sz="2840" b="0" i="0"/>
                <a:t> and engagement</a:t>
              </a:r>
              <a:r>
                <a:rPr sz="2840" b="0" i="0"/>
                <a:t> for editing skills.</a:t>
              </a:r>
            </a:p>
          </p:txBody>
        </p:sp>
        <p:sp>
          <p:nvSpPr>
            <p:cNvPr id="1987" name="Quote 4">
              <a:extLst>
                <a:ext uri="{FF2B5EF4-FFF2-40B4-BE49-F238E27FC236}">
                  <a16:creationId xmlns:a16="http://schemas.microsoft.com/office/drawing/2014/main" id="{D6A5C274-B82F-A13C-B572-AEE5810082D6}"/>
                </a:ext>
              </a:extLst>
            </p:cNvPr>
            <p:cNvSpPr/>
            <p:nvPr/>
          </p:nvSpPr>
          <p:spPr>
            <a:xfrm>
              <a:off x="9332904" y="8815246"/>
              <a:ext cx="9515009" cy="1481571"/>
            </a:xfrm>
            <a:prstGeom prst="roundRect">
              <a:avLst>
                <a:gd name="adj" fmla="val 29191"/>
              </a:avLst>
            </a:prstGeom>
            <a:solidFill>
              <a:srgbClr val="FFFFFF"/>
            </a:solidFill>
            <a:ln w="31615">
              <a:solidFill>
                <a:srgbClr val="D9531E"/>
              </a:solidFill>
            </a:ln>
          </p:spPr>
          <p:txBody>
            <a:bodyPr wrap="square" lIns="364210" tIns="136579" rIns="364210" bIns="136579" rtlCol="0" anchor="ctr">
              <a:noAutofit/>
            </a:bodyPr>
            <a:lstStyle/>
            <a:p>
              <a:r>
                <a:rPr sz="2800" b="1" i="0">
                  <a:solidFill>
                    <a:srgbClr val="D9531E"/>
                  </a:solidFill>
                </a:rPr>
                <a:t>User 4:  </a:t>
              </a:r>
              <a:r>
                <a:rPr lang="en-US" sz="2800" i="1"/>
                <a:t>Every time my posts receive no likes, it feels like throwing a party nobody came to.</a:t>
              </a:r>
              <a:endParaRPr sz="2800" b="0" i="1">
                <a:solidFill>
                  <a:srgbClr val="14202E"/>
                </a:solidFill>
              </a:endParaRPr>
            </a:p>
          </p:txBody>
        </p:sp>
        <p:sp>
          <p:nvSpPr>
            <p:cNvPr id="1988" name="Avatar 4">
              <a:extLst>
                <a:ext uri="{FF2B5EF4-FFF2-40B4-BE49-F238E27FC236}">
                  <a16:creationId xmlns:a16="http://schemas.microsoft.com/office/drawing/2014/main" id="{43748A1C-C292-93C2-2624-C2DF7C710B77}"/>
                </a:ext>
              </a:extLst>
            </p:cNvPr>
            <p:cNvSpPr/>
            <p:nvPr/>
          </p:nvSpPr>
          <p:spPr>
            <a:xfrm>
              <a:off x="8308561" y="9169058"/>
              <a:ext cx="773948" cy="773948"/>
            </a:xfrm>
            <a:prstGeom prst="ellipse">
              <a:avLst/>
            </a:prstGeom>
            <a:solidFill>
              <a:srgbClr val="D9531E"/>
            </a:solidFill>
            <a:ln w="47423">
              <a:solidFill>
                <a:srgbClr val="FFFFFF"/>
              </a:solidFill>
            </a:ln>
          </p:spPr>
          <p:txBody>
            <a:bodyPr wrap="square" lIns="0" tIns="0" rIns="0" bIns="0" rtlCol="0" anchor="ctr">
              <a:noAutofit/>
            </a:bodyPr>
            <a:lstStyle/>
            <a:p>
              <a:pPr algn="ctr"/>
              <a:r>
                <a:rPr sz="2738" b="1" i="0">
                  <a:solidFill>
                    <a:srgbClr val="FFFFFF"/>
                  </a:solidFill>
                </a:rPr>
                <a:t>4</a:t>
              </a:r>
            </a:p>
          </p:txBody>
        </p:sp>
        <p:sp>
          <p:nvSpPr>
            <p:cNvPr id="1989" name="Quote 5">
              <a:extLst>
                <a:ext uri="{FF2B5EF4-FFF2-40B4-BE49-F238E27FC236}">
                  <a16:creationId xmlns:a16="http://schemas.microsoft.com/office/drawing/2014/main" id="{FB20F623-C9A6-4B8E-0E0E-A4BBA303F86B}"/>
                </a:ext>
              </a:extLst>
            </p:cNvPr>
            <p:cNvSpPr/>
            <p:nvPr/>
          </p:nvSpPr>
          <p:spPr>
            <a:xfrm>
              <a:off x="9332904" y="10478923"/>
              <a:ext cx="9515009" cy="1481571"/>
            </a:xfrm>
            <a:prstGeom prst="roundRect">
              <a:avLst>
                <a:gd name="adj" fmla="val 29191"/>
              </a:avLst>
            </a:prstGeom>
            <a:solidFill>
              <a:srgbClr val="FFFFFF"/>
            </a:solidFill>
            <a:ln w="31615">
              <a:solidFill>
                <a:srgbClr val="D9531E"/>
              </a:solidFill>
            </a:ln>
          </p:spPr>
          <p:txBody>
            <a:bodyPr wrap="square" lIns="364210" tIns="136579" rIns="364210" bIns="136579" rtlCol="0" anchor="ctr">
              <a:noAutofit/>
            </a:bodyPr>
            <a:lstStyle/>
            <a:p>
              <a:pPr algn="l"/>
              <a:r>
                <a:rPr sz="2840" b="1" i="0">
                  <a:solidFill>
                    <a:srgbClr val="D9531E"/>
                  </a:solidFill>
                </a:rPr>
                <a:t>User 5:  </a:t>
              </a:r>
              <a:r>
                <a:rPr sz="2840" b="0" i="1">
                  <a:solidFill>
                    <a:srgbClr val="14202E"/>
                  </a:solidFill>
                </a:rPr>
                <a:t>Finally hit 100 followers… and my clean streak is over.</a:t>
              </a:r>
              <a:r>
                <a:rPr lang="en-US" sz="2840" b="0" i="1">
                  <a:solidFill>
                    <a:srgbClr val="14202E"/>
                  </a:solidFill>
                </a:rPr>
                <a:t> [attached photo of SH]</a:t>
              </a:r>
              <a:endParaRPr sz="2840" b="0" i="1">
                <a:solidFill>
                  <a:srgbClr val="14202E"/>
                </a:solidFill>
              </a:endParaRPr>
            </a:p>
          </p:txBody>
        </p:sp>
        <p:sp>
          <p:nvSpPr>
            <p:cNvPr id="1990" name="Avatar 5">
              <a:extLst>
                <a:ext uri="{FF2B5EF4-FFF2-40B4-BE49-F238E27FC236}">
                  <a16:creationId xmlns:a16="http://schemas.microsoft.com/office/drawing/2014/main" id="{B9022336-AF32-747E-7036-31911A271C33}"/>
                </a:ext>
              </a:extLst>
            </p:cNvPr>
            <p:cNvSpPr/>
            <p:nvPr/>
          </p:nvSpPr>
          <p:spPr>
            <a:xfrm>
              <a:off x="8308561" y="10832735"/>
              <a:ext cx="773948" cy="773948"/>
            </a:xfrm>
            <a:prstGeom prst="ellipse">
              <a:avLst/>
            </a:prstGeom>
            <a:solidFill>
              <a:srgbClr val="D9531E"/>
            </a:solidFill>
            <a:ln w="47423">
              <a:solidFill>
                <a:srgbClr val="FFFFFF"/>
              </a:solidFill>
            </a:ln>
          </p:spPr>
          <p:txBody>
            <a:bodyPr wrap="square" lIns="0" tIns="0" rIns="0" bIns="0" rtlCol="0" anchor="ctr">
              <a:noAutofit/>
            </a:bodyPr>
            <a:lstStyle/>
            <a:p>
              <a:pPr algn="ctr"/>
              <a:r>
                <a:rPr sz="2738" b="1" i="0">
                  <a:solidFill>
                    <a:srgbClr val="FFFFFF"/>
                  </a:solidFill>
                </a:rPr>
                <a:t>5</a:t>
              </a:r>
            </a:p>
          </p:txBody>
        </p:sp>
        <p:sp>
          <p:nvSpPr>
            <p:cNvPr id="1991" name="Quote 6">
              <a:extLst>
                <a:ext uri="{FF2B5EF4-FFF2-40B4-BE49-F238E27FC236}">
                  <a16:creationId xmlns:a16="http://schemas.microsoft.com/office/drawing/2014/main" id="{34F2E755-BFC1-4E11-3670-C35FB1E79CCB}"/>
                </a:ext>
              </a:extLst>
            </p:cNvPr>
            <p:cNvSpPr/>
            <p:nvPr/>
          </p:nvSpPr>
          <p:spPr>
            <a:xfrm>
              <a:off x="9332904" y="12142600"/>
              <a:ext cx="9515009" cy="1481571"/>
            </a:xfrm>
            <a:prstGeom prst="roundRect">
              <a:avLst>
                <a:gd name="adj" fmla="val 29191"/>
              </a:avLst>
            </a:prstGeom>
            <a:solidFill>
              <a:srgbClr val="FFFFFF"/>
            </a:solidFill>
            <a:ln w="31615">
              <a:solidFill>
                <a:srgbClr val="D9531E"/>
              </a:solidFill>
            </a:ln>
          </p:spPr>
          <p:txBody>
            <a:bodyPr wrap="square" lIns="364210" tIns="136579" rIns="364210" bIns="136579" rtlCol="0" anchor="ctr">
              <a:noAutofit/>
            </a:bodyPr>
            <a:lstStyle/>
            <a:p>
              <a:pPr algn="l"/>
              <a:r>
                <a:rPr sz="2840" b="1" i="0">
                  <a:solidFill>
                    <a:srgbClr val="D9531E"/>
                  </a:solidFill>
                </a:rPr>
                <a:t>User 6:  </a:t>
              </a:r>
              <a:r>
                <a:rPr sz="2840" b="0" i="1">
                  <a:solidFill>
                    <a:srgbClr val="14202E"/>
                  </a:solidFill>
                </a:rPr>
                <a:t>How do you compliment someone’s self-harm without sounding weird? Just say it’s pretty?</a:t>
              </a:r>
            </a:p>
          </p:txBody>
        </p:sp>
        <p:sp>
          <p:nvSpPr>
            <p:cNvPr id="1992" name="Avatar 6">
              <a:extLst>
                <a:ext uri="{FF2B5EF4-FFF2-40B4-BE49-F238E27FC236}">
                  <a16:creationId xmlns:a16="http://schemas.microsoft.com/office/drawing/2014/main" id="{00A5C2A8-C927-1A13-7D0C-0A04CA487E76}"/>
                </a:ext>
              </a:extLst>
            </p:cNvPr>
            <p:cNvSpPr/>
            <p:nvPr/>
          </p:nvSpPr>
          <p:spPr>
            <a:xfrm>
              <a:off x="8308561" y="12496412"/>
              <a:ext cx="773948" cy="773948"/>
            </a:xfrm>
            <a:prstGeom prst="ellipse">
              <a:avLst/>
            </a:prstGeom>
            <a:solidFill>
              <a:srgbClr val="D9531E"/>
            </a:solidFill>
            <a:ln w="47423">
              <a:solidFill>
                <a:srgbClr val="FFFFFF"/>
              </a:solidFill>
            </a:ln>
          </p:spPr>
          <p:txBody>
            <a:bodyPr wrap="square" lIns="0" tIns="0" rIns="0" bIns="0" rtlCol="0" anchor="ctr">
              <a:noAutofit/>
            </a:bodyPr>
            <a:lstStyle/>
            <a:p>
              <a:pPr algn="ctr"/>
              <a:r>
                <a:rPr sz="2738" b="1" i="0">
                  <a:solidFill>
                    <a:srgbClr val="FFFFFF"/>
                  </a:solidFill>
                </a:rPr>
                <a:t>6</a:t>
              </a:r>
            </a:p>
          </p:txBody>
        </p:sp>
      </p:grpSp>
      <p:grpSp>
        <p:nvGrpSpPr>
          <p:cNvPr id="2128" name="Theme 3 card">
            <a:extLst>
              <a:ext uri="{FF2B5EF4-FFF2-40B4-BE49-F238E27FC236}">
                <a16:creationId xmlns:a16="http://schemas.microsoft.com/office/drawing/2014/main" id="{D96A23A0-765A-8159-94B4-AF00149DD3EA}"/>
              </a:ext>
            </a:extLst>
          </p:cNvPr>
          <p:cNvGrpSpPr/>
          <p:nvPr/>
        </p:nvGrpSpPr>
        <p:grpSpPr>
          <a:xfrm>
            <a:off x="12271246" y="25034729"/>
            <a:ext cx="19348704" cy="6766560"/>
            <a:chOff x="0" y="14443647"/>
            <a:chExt cx="19348704" cy="6766560"/>
          </a:xfrm>
        </p:grpSpPr>
        <p:sp>
          <p:nvSpPr>
            <p:cNvPr id="2129" name="Accent">
              <a:extLst>
                <a:ext uri="{FF2B5EF4-FFF2-40B4-BE49-F238E27FC236}">
                  <a16:creationId xmlns:a16="http://schemas.microsoft.com/office/drawing/2014/main" id="{86B9C8B0-2D05-72D8-3C30-350A0C406A9A}"/>
                </a:ext>
              </a:extLst>
            </p:cNvPr>
            <p:cNvSpPr/>
            <p:nvPr/>
          </p:nvSpPr>
          <p:spPr>
            <a:xfrm>
              <a:off x="0" y="14443647"/>
              <a:ext cx="19348704" cy="6766560"/>
            </a:xfrm>
            <a:prstGeom prst="roundRect">
              <a:avLst>
                <a:gd name="adj" fmla="val 3700"/>
              </a:avLst>
            </a:prstGeom>
            <a:solidFill>
              <a:srgbClr val="7A5BB5"/>
            </a:solidFill>
            <a:ln>
              <a:noFill/>
            </a:ln>
          </p:spPr>
          <p:txBody>
            <a:bodyPr rtlCol="0" anchor="ctr"/>
            <a:lstStyle/>
            <a:p>
              <a:pPr algn="ctr"/>
              <a:endParaRPr/>
            </a:p>
          </p:txBody>
        </p:sp>
        <p:sp>
          <p:nvSpPr>
            <p:cNvPr id="2130" name="Card">
              <a:extLst>
                <a:ext uri="{FF2B5EF4-FFF2-40B4-BE49-F238E27FC236}">
                  <a16:creationId xmlns:a16="http://schemas.microsoft.com/office/drawing/2014/main" id="{A48A58A8-BDA2-BC4C-DEA4-EBCAAC84397D}"/>
                </a:ext>
              </a:extLst>
            </p:cNvPr>
            <p:cNvSpPr/>
            <p:nvPr/>
          </p:nvSpPr>
          <p:spPr>
            <a:xfrm>
              <a:off x="204868" y="14443647"/>
              <a:ext cx="19143835" cy="6766560"/>
            </a:xfrm>
            <a:prstGeom prst="roundRect">
              <a:avLst>
                <a:gd name="adj" fmla="val 3700"/>
              </a:avLst>
            </a:prstGeom>
            <a:solidFill>
              <a:srgbClr val="EFEBF6"/>
            </a:solidFill>
            <a:ln>
              <a:noFill/>
            </a:ln>
          </p:spPr>
          <p:txBody>
            <a:bodyPr rtlCol="0" anchor="ctr"/>
            <a:lstStyle/>
            <a:p>
              <a:pPr algn="ctr"/>
              <a:endParaRPr/>
            </a:p>
          </p:txBody>
        </p:sp>
        <p:sp>
          <p:nvSpPr>
            <p:cNvPr id="2131" name="Theme title">
              <a:extLst>
                <a:ext uri="{FF2B5EF4-FFF2-40B4-BE49-F238E27FC236}">
                  <a16:creationId xmlns:a16="http://schemas.microsoft.com/office/drawing/2014/main" id="{54E0F31D-A855-AD49-1ACD-F12E23484674}"/>
                </a:ext>
              </a:extLst>
            </p:cNvPr>
            <p:cNvSpPr txBox="1"/>
            <p:nvPr/>
          </p:nvSpPr>
          <p:spPr>
            <a:xfrm>
              <a:off x="705658" y="14762331"/>
              <a:ext cx="18142255" cy="1047106"/>
            </a:xfrm>
            <a:prstGeom prst="rect">
              <a:avLst/>
            </a:prstGeom>
            <a:noFill/>
          </p:spPr>
          <p:txBody>
            <a:bodyPr wrap="square" lIns="0" tIns="0" rIns="0" bIns="0" anchor="ctr">
              <a:noAutofit/>
            </a:bodyPr>
            <a:lstStyle/>
            <a:p>
              <a:pPr algn="l"/>
              <a:r>
                <a:rPr sz="5227" b="1" i="0">
                  <a:solidFill>
                    <a:srgbClr val="AD99D1"/>
                  </a:solidFill>
                </a:rPr>
                <a:t>THEME 3</a:t>
              </a:r>
              <a:r>
                <a:rPr lang="en-US" sz="5227" b="1" i="0">
                  <a:solidFill>
                    <a:srgbClr val="AD99D1"/>
                  </a:solidFill>
                </a:rPr>
                <a:t>:</a:t>
              </a:r>
              <a:r>
                <a:rPr sz="5227" b="1" i="0">
                  <a:solidFill>
                    <a:srgbClr val="AD99D1"/>
                  </a:solidFill>
                </a:rPr>
                <a:t> </a:t>
              </a:r>
              <a:r>
                <a:rPr sz="5227" b="1" i="0">
                  <a:solidFill>
                    <a:srgbClr val="7A5BB5"/>
                  </a:solidFill>
                </a:rPr>
                <a:t>Connecti</a:t>
              </a:r>
              <a:r>
                <a:rPr lang="en-US" sz="5227" b="1" i="0">
                  <a:solidFill>
                    <a:srgbClr val="7A5BB5"/>
                  </a:solidFill>
                </a:rPr>
                <a:t>on</a:t>
              </a:r>
              <a:r>
                <a:rPr sz="5227" b="1" i="0">
                  <a:solidFill>
                    <a:srgbClr val="7A5BB5"/>
                  </a:solidFill>
                </a:rPr>
                <a:t> through </a:t>
              </a:r>
              <a:r>
                <a:rPr lang="en-US" sz="5227" b="1" i="0">
                  <a:solidFill>
                    <a:srgbClr val="7A5BB5"/>
                  </a:solidFill>
                </a:rPr>
                <a:t>shared interests</a:t>
              </a:r>
              <a:endParaRPr sz="5227" b="1" i="0">
                <a:solidFill>
                  <a:srgbClr val="7A5BB5"/>
                </a:solidFill>
              </a:endParaRPr>
            </a:p>
          </p:txBody>
        </p:sp>
        <p:sp>
          <p:nvSpPr>
            <p:cNvPr id="2132" name="Hero number">
              <a:extLst>
                <a:ext uri="{FF2B5EF4-FFF2-40B4-BE49-F238E27FC236}">
                  <a16:creationId xmlns:a16="http://schemas.microsoft.com/office/drawing/2014/main" id="{A487EC01-6E70-5148-0D60-39FF8D70F411}"/>
                </a:ext>
              </a:extLst>
            </p:cNvPr>
            <p:cNvSpPr txBox="1"/>
            <p:nvPr/>
          </p:nvSpPr>
          <p:spPr>
            <a:xfrm>
              <a:off x="705658" y="16037069"/>
              <a:ext cx="2845397" cy="1638949"/>
            </a:xfrm>
            <a:prstGeom prst="rect">
              <a:avLst/>
            </a:prstGeom>
            <a:noFill/>
          </p:spPr>
          <p:txBody>
            <a:bodyPr wrap="square" lIns="0" tIns="0" rIns="0" bIns="0" anchor="ctr">
              <a:noAutofit/>
            </a:bodyPr>
            <a:lstStyle/>
            <a:p>
              <a:pPr algn="l"/>
              <a:r>
                <a:rPr sz="11451" b="1" i="0">
                  <a:solidFill>
                    <a:srgbClr val="7A5BB5"/>
                  </a:solidFill>
                </a:rPr>
                <a:t>61%</a:t>
              </a:r>
            </a:p>
          </p:txBody>
        </p:sp>
        <p:grpSp>
          <p:nvGrpSpPr>
            <p:cNvPr id="2133" name="Dot grid (45 of 74)">
              <a:extLst>
                <a:ext uri="{FF2B5EF4-FFF2-40B4-BE49-F238E27FC236}">
                  <a16:creationId xmlns:a16="http://schemas.microsoft.com/office/drawing/2014/main" id="{31B9710B-CFB7-20E5-1339-C27F74290F36}"/>
                </a:ext>
              </a:extLst>
            </p:cNvPr>
            <p:cNvGrpSpPr/>
            <p:nvPr/>
          </p:nvGrpSpPr>
          <p:grpSpPr>
            <a:xfrm>
              <a:off x="3702052" y="16229798"/>
              <a:ext cx="3909196" cy="1253491"/>
              <a:chOff x="3702052" y="16229798"/>
              <a:chExt cx="3909196" cy="1253491"/>
            </a:xfrm>
          </p:grpSpPr>
          <p:sp>
            <p:nvSpPr>
              <p:cNvPr id="2142" name="Oval 2141">
                <a:extLst>
                  <a:ext uri="{FF2B5EF4-FFF2-40B4-BE49-F238E27FC236}">
                    <a16:creationId xmlns:a16="http://schemas.microsoft.com/office/drawing/2014/main" id="{97F7C19E-3693-8306-F5C4-793031F9E2FB}"/>
                  </a:ext>
                </a:extLst>
              </p:cNvPr>
              <p:cNvSpPr/>
              <p:nvPr/>
            </p:nvSpPr>
            <p:spPr>
              <a:xfrm>
                <a:off x="3702052" y="16229798"/>
                <a:ext cx="191210" cy="191210"/>
              </a:xfrm>
              <a:prstGeom prst="ellipse">
                <a:avLst/>
              </a:prstGeom>
              <a:solidFill>
                <a:srgbClr val="7A5BB5"/>
              </a:solidFill>
              <a:ln>
                <a:noFill/>
              </a:ln>
            </p:spPr>
            <p:txBody>
              <a:bodyPr rtlCol="0" anchor="ctr"/>
              <a:lstStyle/>
              <a:p>
                <a:pPr algn="ctr"/>
                <a:endParaRPr/>
              </a:p>
            </p:txBody>
          </p:sp>
          <p:sp>
            <p:nvSpPr>
              <p:cNvPr id="2143" name="Oval 2142">
                <a:extLst>
                  <a:ext uri="{FF2B5EF4-FFF2-40B4-BE49-F238E27FC236}">
                    <a16:creationId xmlns:a16="http://schemas.microsoft.com/office/drawing/2014/main" id="{14AD4A7F-34D7-74AB-391D-297B8E58C737}"/>
                  </a:ext>
                </a:extLst>
              </p:cNvPr>
              <p:cNvSpPr/>
              <p:nvPr/>
            </p:nvSpPr>
            <p:spPr>
              <a:xfrm>
                <a:off x="3702052" y="16495368"/>
                <a:ext cx="191210" cy="191210"/>
              </a:xfrm>
              <a:prstGeom prst="ellipse">
                <a:avLst/>
              </a:prstGeom>
              <a:solidFill>
                <a:srgbClr val="7A5BB5"/>
              </a:solidFill>
              <a:ln>
                <a:noFill/>
              </a:ln>
            </p:spPr>
            <p:txBody>
              <a:bodyPr rtlCol="0" anchor="ctr"/>
              <a:lstStyle/>
              <a:p>
                <a:pPr algn="ctr"/>
                <a:endParaRPr/>
              </a:p>
            </p:txBody>
          </p:sp>
          <p:sp>
            <p:nvSpPr>
              <p:cNvPr id="2144" name="Oval 2143">
                <a:extLst>
                  <a:ext uri="{FF2B5EF4-FFF2-40B4-BE49-F238E27FC236}">
                    <a16:creationId xmlns:a16="http://schemas.microsoft.com/office/drawing/2014/main" id="{E312B43F-C922-C9D1-AD00-9595A328F05D}"/>
                  </a:ext>
                </a:extLst>
              </p:cNvPr>
              <p:cNvSpPr/>
              <p:nvPr/>
            </p:nvSpPr>
            <p:spPr>
              <a:xfrm>
                <a:off x="3702052" y="16760939"/>
                <a:ext cx="191210" cy="191210"/>
              </a:xfrm>
              <a:prstGeom prst="ellipse">
                <a:avLst/>
              </a:prstGeom>
              <a:solidFill>
                <a:srgbClr val="7A5BB5"/>
              </a:solidFill>
              <a:ln>
                <a:noFill/>
              </a:ln>
            </p:spPr>
            <p:txBody>
              <a:bodyPr rtlCol="0" anchor="ctr"/>
              <a:lstStyle/>
              <a:p>
                <a:pPr algn="ctr"/>
                <a:endParaRPr/>
              </a:p>
            </p:txBody>
          </p:sp>
          <p:sp>
            <p:nvSpPr>
              <p:cNvPr id="2145" name="Oval 2144">
                <a:extLst>
                  <a:ext uri="{FF2B5EF4-FFF2-40B4-BE49-F238E27FC236}">
                    <a16:creationId xmlns:a16="http://schemas.microsoft.com/office/drawing/2014/main" id="{572BC8D2-F494-8874-AE54-5E033CB49A1E}"/>
                  </a:ext>
                </a:extLst>
              </p:cNvPr>
              <p:cNvSpPr/>
              <p:nvPr/>
            </p:nvSpPr>
            <p:spPr>
              <a:xfrm>
                <a:off x="3702052" y="17026509"/>
                <a:ext cx="191210" cy="191210"/>
              </a:xfrm>
              <a:prstGeom prst="ellipse">
                <a:avLst/>
              </a:prstGeom>
              <a:solidFill>
                <a:srgbClr val="7A5BB5"/>
              </a:solidFill>
              <a:ln>
                <a:noFill/>
              </a:ln>
            </p:spPr>
            <p:txBody>
              <a:bodyPr rtlCol="0" anchor="ctr"/>
              <a:lstStyle/>
              <a:p>
                <a:pPr algn="ctr"/>
                <a:endParaRPr/>
              </a:p>
            </p:txBody>
          </p:sp>
          <p:sp>
            <p:nvSpPr>
              <p:cNvPr id="2146" name="Oval 2145">
                <a:extLst>
                  <a:ext uri="{FF2B5EF4-FFF2-40B4-BE49-F238E27FC236}">
                    <a16:creationId xmlns:a16="http://schemas.microsoft.com/office/drawing/2014/main" id="{A67C3F47-4059-9C33-6107-957FE96FABFB}"/>
                  </a:ext>
                </a:extLst>
              </p:cNvPr>
              <p:cNvSpPr/>
              <p:nvPr/>
            </p:nvSpPr>
            <p:spPr>
              <a:xfrm>
                <a:off x="3702052" y="17292079"/>
                <a:ext cx="191210" cy="191210"/>
              </a:xfrm>
              <a:prstGeom prst="ellipse">
                <a:avLst/>
              </a:prstGeom>
              <a:solidFill>
                <a:srgbClr val="7A5BB5"/>
              </a:solidFill>
              <a:ln>
                <a:noFill/>
              </a:ln>
            </p:spPr>
            <p:txBody>
              <a:bodyPr rtlCol="0" anchor="ctr"/>
              <a:lstStyle/>
              <a:p>
                <a:pPr algn="ctr"/>
                <a:endParaRPr/>
              </a:p>
            </p:txBody>
          </p:sp>
          <p:sp>
            <p:nvSpPr>
              <p:cNvPr id="2147" name="Oval 2146">
                <a:extLst>
                  <a:ext uri="{FF2B5EF4-FFF2-40B4-BE49-F238E27FC236}">
                    <a16:creationId xmlns:a16="http://schemas.microsoft.com/office/drawing/2014/main" id="{B52E9C8E-A8AE-2CE9-FDF8-1C25CFCB0CB0}"/>
                  </a:ext>
                </a:extLst>
              </p:cNvPr>
              <p:cNvSpPr/>
              <p:nvPr/>
            </p:nvSpPr>
            <p:spPr>
              <a:xfrm>
                <a:off x="3967622" y="16229798"/>
                <a:ext cx="191210" cy="191210"/>
              </a:xfrm>
              <a:prstGeom prst="ellipse">
                <a:avLst/>
              </a:prstGeom>
              <a:solidFill>
                <a:srgbClr val="7A5BB5"/>
              </a:solidFill>
              <a:ln>
                <a:noFill/>
              </a:ln>
            </p:spPr>
            <p:txBody>
              <a:bodyPr rtlCol="0" anchor="ctr"/>
              <a:lstStyle/>
              <a:p>
                <a:pPr algn="ctr"/>
                <a:endParaRPr/>
              </a:p>
            </p:txBody>
          </p:sp>
          <p:sp>
            <p:nvSpPr>
              <p:cNvPr id="2148" name="Oval 2147">
                <a:extLst>
                  <a:ext uri="{FF2B5EF4-FFF2-40B4-BE49-F238E27FC236}">
                    <a16:creationId xmlns:a16="http://schemas.microsoft.com/office/drawing/2014/main" id="{7BCBB74C-E8A9-ADA6-A022-7E61C8F458A6}"/>
                  </a:ext>
                </a:extLst>
              </p:cNvPr>
              <p:cNvSpPr/>
              <p:nvPr/>
            </p:nvSpPr>
            <p:spPr>
              <a:xfrm>
                <a:off x="3967622" y="16495368"/>
                <a:ext cx="191210" cy="191210"/>
              </a:xfrm>
              <a:prstGeom prst="ellipse">
                <a:avLst/>
              </a:prstGeom>
              <a:solidFill>
                <a:srgbClr val="7A5BB5"/>
              </a:solidFill>
              <a:ln>
                <a:noFill/>
              </a:ln>
            </p:spPr>
            <p:txBody>
              <a:bodyPr rtlCol="0" anchor="ctr"/>
              <a:lstStyle/>
              <a:p>
                <a:pPr algn="ctr"/>
                <a:endParaRPr/>
              </a:p>
            </p:txBody>
          </p:sp>
          <p:sp>
            <p:nvSpPr>
              <p:cNvPr id="2149" name="Oval 2148">
                <a:extLst>
                  <a:ext uri="{FF2B5EF4-FFF2-40B4-BE49-F238E27FC236}">
                    <a16:creationId xmlns:a16="http://schemas.microsoft.com/office/drawing/2014/main" id="{35A32C04-E353-BDC1-96ED-09436D623530}"/>
                  </a:ext>
                </a:extLst>
              </p:cNvPr>
              <p:cNvSpPr/>
              <p:nvPr/>
            </p:nvSpPr>
            <p:spPr>
              <a:xfrm>
                <a:off x="3967622" y="16760939"/>
                <a:ext cx="191210" cy="191210"/>
              </a:xfrm>
              <a:prstGeom prst="ellipse">
                <a:avLst/>
              </a:prstGeom>
              <a:solidFill>
                <a:srgbClr val="7A5BB5"/>
              </a:solidFill>
              <a:ln>
                <a:noFill/>
              </a:ln>
            </p:spPr>
            <p:txBody>
              <a:bodyPr rtlCol="0" anchor="ctr"/>
              <a:lstStyle/>
              <a:p>
                <a:pPr algn="ctr"/>
                <a:endParaRPr/>
              </a:p>
            </p:txBody>
          </p:sp>
          <p:sp>
            <p:nvSpPr>
              <p:cNvPr id="2150" name="Oval 2149">
                <a:extLst>
                  <a:ext uri="{FF2B5EF4-FFF2-40B4-BE49-F238E27FC236}">
                    <a16:creationId xmlns:a16="http://schemas.microsoft.com/office/drawing/2014/main" id="{154F3F6A-C5E0-8A24-B3A5-956BDFD4BB63}"/>
                  </a:ext>
                </a:extLst>
              </p:cNvPr>
              <p:cNvSpPr/>
              <p:nvPr/>
            </p:nvSpPr>
            <p:spPr>
              <a:xfrm>
                <a:off x="3967622" y="17026509"/>
                <a:ext cx="191210" cy="191210"/>
              </a:xfrm>
              <a:prstGeom prst="ellipse">
                <a:avLst/>
              </a:prstGeom>
              <a:solidFill>
                <a:srgbClr val="7A5BB5"/>
              </a:solidFill>
              <a:ln>
                <a:noFill/>
              </a:ln>
            </p:spPr>
            <p:txBody>
              <a:bodyPr rtlCol="0" anchor="ctr"/>
              <a:lstStyle/>
              <a:p>
                <a:pPr algn="ctr"/>
                <a:endParaRPr/>
              </a:p>
            </p:txBody>
          </p:sp>
          <p:sp>
            <p:nvSpPr>
              <p:cNvPr id="2151" name="Oval 2150">
                <a:extLst>
                  <a:ext uri="{FF2B5EF4-FFF2-40B4-BE49-F238E27FC236}">
                    <a16:creationId xmlns:a16="http://schemas.microsoft.com/office/drawing/2014/main" id="{E7791599-E37C-AB23-0661-389170AAF096}"/>
                  </a:ext>
                </a:extLst>
              </p:cNvPr>
              <p:cNvSpPr/>
              <p:nvPr/>
            </p:nvSpPr>
            <p:spPr>
              <a:xfrm>
                <a:off x="3967622" y="17292079"/>
                <a:ext cx="191210" cy="191210"/>
              </a:xfrm>
              <a:prstGeom prst="ellipse">
                <a:avLst/>
              </a:prstGeom>
              <a:solidFill>
                <a:srgbClr val="7A5BB5"/>
              </a:solidFill>
              <a:ln>
                <a:noFill/>
              </a:ln>
            </p:spPr>
            <p:txBody>
              <a:bodyPr rtlCol="0" anchor="ctr"/>
              <a:lstStyle/>
              <a:p>
                <a:pPr algn="ctr"/>
                <a:endParaRPr/>
              </a:p>
            </p:txBody>
          </p:sp>
          <p:sp>
            <p:nvSpPr>
              <p:cNvPr id="2152" name="Oval 2151">
                <a:extLst>
                  <a:ext uri="{FF2B5EF4-FFF2-40B4-BE49-F238E27FC236}">
                    <a16:creationId xmlns:a16="http://schemas.microsoft.com/office/drawing/2014/main" id="{F713FF84-B810-933F-2AB5-58E1E04CCB00}"/>
                  </a:ext>
                </a:extLst>
              </p:cNvPr>
              <p:cNvSpPr/>
              <p:nvPr/>
            </p:nvSpPr>
            <p:spPr>
              <a:xfrm>
                <a:off x="4233192" y="16229798"/>
                <a:ext cx="191210" cy="191210"/>
              </a:xfrm>
              <a:prstGeom prst="ellipse">
                <a:avLst/>
              </a:prstGeom>
              <a:solidFill>
                <a:srgbClr val="7A5BB5"/>
              </a:solidFill>
              <a:ln>
                <a:noFill/>
              </a:ln>
            </p:spPr>
            <p:txBody>
              <a:bodyPr rtlCol="0" anchor="ctr"/>
              <a:lstStyle/>
              <a:p>
                <a:pPr algn="ctr"/>
                <a:endParaRPr/>
              </a:p>
            </p:txBody>
          </p:sp>
          <p:sp>
            <p:nvSpPr>
              <p:cNvPr id="2153" name="Oval 2152">
                <a:extLst>
                  <a:ext uri="{FF2B5EF4-FFF2-40B4-BE49-F238E27FC236}">
                    <a16:creationId xmlns:a16="http://schemas.microsoft.com/office/drawing/2014/main" id="{72AC37A7-97DB-F7F4-13F3-158110762BEB}"/>
                  </a:ext>
                </a:extLst>
              </p:cNvPr>
              <p:cNvSpPr/>
              <p:nvPr/>
            </p:nvSpPr>
            <p:spPr>
              <a:xfrm>
                <a:off x="4233192" y="16495368"/>
                <a:ext cx="191210" cy="191210"/>
              </a:xfrm>
              <a:prstGeom prst="ellipse">
                <a:avLst/>
              </a:prstGeom>
              <a:solidFill>
                <a:srgbClr val="7A5BB5"/>
              </a:solidFill>
              <a:ln>
                <a:noFill/>
              </a:ln>
            </p:spPr>
            <p:txBody>
              <a:bodyPr rtlCol="0" anchor="ctr"/>
              <a:lstStyle/>
              <a:p>
                <a:pPr algn="ctr"/>
                <a:endParaRPr/>
              </a:p>
            </p:txBody>
          </p:sp>
          <p:sp>
            <p:nvSpPr>
              <p:cNvPr id="2154" name="Oval 2153">
                <a:extLst>
                  <a:ext uri="{FF2B5EF4-FFF2-40B4-BE49-F238E27FC236}">
                    <a16:creationId xmlns:a16="http://schemas.microsoft.com/office/drawing/2014/main" id="{2AF606E5-4149-D388-B9F5-6B9B12EDBBE4}"/>
                  </a:ext>
                </a:extLst>
              </p:cNvPr>
              <p:cNvSpPr/>
              <p:nvPr/>
            </p:nvSpPr>
            <p:spPr>
              <a:xfrm>
                <a:off x="4233192" y="16760939"/>
                <a:ext cx="191210" cy="191210"/>
              </a:xfrm>
              <a:prstGeom prst="ellipse">
                <a:avLst/>
              </a:prstGeom>
              <a:solidFill>
                <a:srgbClr val="7A5BB5"/>
              </a:solidFill>
              <a:ln>
                <a:noFill/>
              </a:ln>
            </p:spPr>
            <p:txBody>
              <a:bodyPr rtlCol="0" anchor="ctr"/>
              <a:lstStyle/>
              <a:p>
                <a:pPr algn="ctr"/>
                <a:endParaRPr/>
              </a:p>
            </p:txBody>
          </p:sp>
          <p:sp>
            <p:nvSpPr>
              <p:cNvPr id="2155" name="Oval 2154">
                <a:extLst>
                  <a:ext uri="{FF2B5EF4-FFF2-40B4-BE49-F238E27FC236}">
                    <a16:creationId xmlns:a16="http://schemas.microsoft.com/office/drawing/2014/main" id="{9B08D2C0-8ED9-37F0-125A-24D890105232}"/>
                  </a:ext>
                </a:extLst>
              </p:cNvPr>
              <p:cNvSpPr/>
              <p:nvPr/>
            </p:nvSpPr>
            <p:spPr>
              <a:xfrm>
                <a:off x="4233192" y="17026509"/>
                <a:ext cx="191210" cy="191210"/>
              </a:xfrm>
              <a:prstGeom prst="ellipse">
                <a:avLst/>
              </a:prstGeom>
              <a:solidFill>
                <a:srgbClr val="7A5BB5"/>
              </a:solidFill>
              <a:ln>
                <a:noFill/>
              </a:ln>
            </p:spPr>
            <p:txBody>
              <a:bodyPr rtlCol="0" anchor="ctr"/>
              <a:lstStyle/>
              <a:p>
                <a:pPr algn="ctr"/>
                <a:endParaRPr/>
              </a:p>
            </p:txBody>
          </p:sp>
          <p:sp>
            <p:nvSpPr>
              <p:cNvPr id="2156" name="Oval 2155">
                <a:extLst>
                  <a:ext uri="{FF2B5EF4-FFF2-40B4-BE49-F238E27FC236}">
                    <a16:creationId xmlns:a16="http://schemas.microsoft.com/office/drawing/2014/main" id="{C94FB222-701D-1E80-EAE5-D646F899F74E}"/>
                  </a:ext>
                </a:extLst>
              </p:cNvPr>
              <p:cNvSpPr/>
              <p:nvPr/>
            </p:nvSpPr>
            <p:spPr>
              <a:xfrm>
                <a:off x="4233192" y="17292079"/>
                <a:ext cx="191210" cy="191210"/>
              </a:xfrm>
              <a:prstGeom prst="ellipse">
                <a:avLst/>
              </a:prstGeom>
              <a:solidFill>
                <a:srgbClr val="7A5BB5"/>
              </a:solidFill>
              <a:ln>
                <a:noFill/>
              </a:ln>
            </p:spPr>
            <p:txBody>
              <a:bodyPr rtlCol="0" anchor="ctr"/>
              <a:lstStyle/>
              <a:p>
                <a:pPr algn="ctr"/>
                <a:endParaRPr/>
              </a:p>
            </p:txBody>
          </p:sp>
          <p:sp>
            <p:nvSpPr>
              <p:cNvPr id="2157" name="Oval 2156">
                <a:extLst>
                  <a:ext uri="{FF2B5EF4-FFF2-40B4-BE49-F238E27FC236}">
                    <a16:creationId xmlns:a16="http://schemas.microsoft.com/office/drawing/2014/main" id="{C35F92E2-E67B-3169-8BED-D8E37B6420A2}"/>
                  </a:ext>
                </a:extLst>
              </p:cNvPr>
              <p:cNvSpPr/>
              <p:nvPr/>
            </p:nvSpPr>
            <p:spPr>
              <a:xfrm>
                <a:off x="4498763" y="16229798"/>
                <a:ext cx="191210" cy="191210"/>
              </a:xfrm>
              <a:prstGeom prst="ellipse">
                <a:avLst/>
              </a:prstGeom>
              <a:solidFill>
                <a:srgbClr val="7A5BB5"/>
              </a:solidFill>
              <a:ln>
                <a:noFill/>
              </a:ln>
            </p:spPr>
            <p:txBody>
              <a:bodyPr rtlCol="0" anchor="ctr"/>
              <a:lstStyle/>
              <a:p>
                <a:pPr algn="ctr"/>
                <a:endParaRPr/>
              </a:p>
            </p:txBody>
          </p:sp>
          <p:sp>
            <p:nvSpPr>
              <p:cNvPr id="2158" name="Oval 2157">
                <a:extLst>
                  <a:ext uri="{FF2B5EF4-FFF2-40B4-BE49-F238E27FC236}">
                    <a16:creationId xmlns:a16="http://schemas.microsoft.com/office/drawing/2014/main" id="{36DA4457-3784-25D6-D60B-69260C5F83E9}"/>
                  </a:ext>
                </a:extLst>
              </p:cNvPr>
              <p:cNvSpPr/>
              <p:nvPr/>
            </p:nvSpPr>
            <p:spPr>
              <a:xfrm>
                <a:off x="4498763" y="16495368"/>
                <a:ext cx="191210" cy="191210"/>
              </a:xfrm>
              <a:prstGeom prst="ellipse">
                <a:avLst/>
              </a:prstGeom>
              <a:solidFill>
                <a:srgbClr val="7A5BB5"/>
              </a:solidFill>
              <a:ln>
                <a:noFill/>
              </a:ln>
            </p:spPr>
            <p:txBody>
              <a:bodyPr rtlCol="0" anchor="ctr"/>
              <a:lstStyle/>
              <a:p>
                <a:pPr algn="ctr"/>
                <a:endParaRPr/>
              </a:p>
            </p:txBody>
          </p:sp>
          <p:sp>
            <p:nvSpPr>
              <p:cNvPr id="2159" name="Oval 2158">
                <a:extLst>
                  <a:ext uri="{FF2B5EF4-FFF2-40B4-BE49-F238E27FC236}">
                    <a16:creationId xmlns:a16="http://schemas.microsoft.com/office/drawing/2014/main" id="{CB30C1A8-B314-62BE-3C1A-975269845658}"/>
                  </a:ext>
                </a:extLst>
              </p:cNvPr>
              <p:cNvSpPr/>
              <p:nvPr/>
            </p:nvSpPr>
            <p:spPr>
              <a:xfrm>
                <a:off x="4498763" y="16760939"/>
                <a:ext cx="191210" cy="191210"/>
              </a:xfrm>
              <a:prstGeom prst="ellipse">
                <a:avLst/>
              </a:prstGeom>
              <a:solidFill>
                <a:srgbClr val="7A5BB5"/>
              </a:solidFill>
              <a:ln>
                <a:noFill/>
              </a:ln>
            </p:spPr>
            <p:txBody>
              <a:bodyPr rtlCol="0" anchor="ctr"/>
              <a:lstStyle/>
              <a:p>
                <a:pPr algn="ctr"/>
                <a:endParaRPr/>
              </a:p>
            </p:txBody>
          </p:sp>
          <p:sp>
            <p:nvSpPr>
              <p:cNvPr id="2160" name="Oval 2159">
                <a:extLst>
                  <a:ext uri="{FF2B5EF4-FFF2-40B4-BE49-F238E27FC236}">
                    <a16:creationId xmlns:a16="http://schemas.microsoft.com/office/drawing/2014/main" id="{1C59F734-7BC1-5728-81A8-EC2A0E860DAE}"/>
                  </a:ext>
                </a:extLst>
              </p:cNvPr>
              <p:cNvSpPr/>
              <p:nvPr/>
            </p:nvSpPr>
            <p:spPr>
              <a:xfrm>
                <a:off x="4498763" y="17026509"/>
                <a:ext cx="191210" cy="191210"/>
              </a:xfrm>
              <a:prstGeom prst="ellipse">
                <a:avLst/>
              </a:prstGeom>
              <a:solidFill>
                <a:srgbClr val="7A5BB5"/>
              </a:solidFill>
              <a:ln>
                <a:noFill/>
              </a:ln>
            </p:spPr>
            <p:txBody>
              <a:bodyPr rtlCol="0" anchor="ctr"/>
              <a:lstStyle/>
              <a:p>
                <a:pPr algn="ctr"/>
                <a:endParaRPr/>
              </a:p>
            </p:txBody>
          </p:sp>
          <p:sp>
            <p:nvSpPr>
              <p:cNvPr id="2161" name="Oval 2160">
                <a:extLst>
                  <a:ext uri="{FF2B5EF4-FFF2-40B4-BE49-F238E27FC236}">
                    <a16:creationId xmlns:a16="http://schemas.microsoft.com/office/drawing/2014/main" id="{7A2A06FC-7108-FFAA-1EE2-6891AC3FDC6C}"/>
                  </a:ext>
                </a:extLst>
              </p:cNvPr>
              <p:cNvSpPr/>
              <p:nvPr/>
            </p:nvSpPr>
            <p:spPr>
              <a:xfrm>
                <a:off x="4498763" y="17292079"/>
                <a:ext cx="191210" cy="191210"/>
              </a:xfrm>
              <a:prstGeom prst="ellipse">
                <a:avLst/>
              </a:prstGeom>
              <a:solidFill>
                <a:srgbClr val="7A5BB5"/>
              </a:solidFill>
              <a:ln>
                <a:noFill/>
              </a:ln>
            </p:spPr>
            <p:txBody>
              <a:bodyPr rtlCol="0" anchor="ctr"/>
              <a:lstStyle/>
              <a:p>
                <a:pPr algn="ctr"/>
                <a:endParaRPr/>
              </a:p>
            </p:txBody>
          </p:sp>
          <p:sp>
            <p:nvSpPr>
              <p:cNvPr id="2162" name="Oval 2161">
                <a:extLst>
                  <a:ext uri="{FF2B5EF4-FFF2-40B4-BE49-F238E27FC236}">
                    <a16:creationId xmlns:a16="http://schemas.microsoft.com/office/drawing/2014/main" id="{6E53BDB6-2E0B-F9A8-099D-BB6071273970}"/>
                  </a:ext>
                </a:extLst>
              </p:cNvPr>
              <p:cNvSpPr/>
              <p:nvPr/>
            </p:nvSpPr>
            <p:spPr>
              <a:xfrm>
                <a:off x="4764333" y="16229798"/>
                <a:ext cx="191210" cy="191210"/>
              </a:xfrm>
              <a:prstGeom prst="ellipse">
                <a:avLst/>
              </a:prstGeom>
              <a:solidFill>
                <a:srgbClr val="7A5BB5"/>
              </a:solidFill>
              <a:ln>
                <a:noFill/>
              </a:ln>
            </p:spPr>
            <p:txBody>
              <a:bodyPr rtlCol="0" anchor="ctr"/>
              <a:lstStyle/>
              <a:p>
                <a:pPr algn="ctr"/>
                <a:endParaRPr/>
              </a:p>
            </p:txBody>
          </p:sp>
          <p:sp>
            <p:nvSpPr>
              <p:cNvPr id="2163" name="Oval 2162">
                <a:extLst>
                  <a:ext uri="{FF2B5EF4-FFF2-40B4-BE49-F238E27FC236}">
                    <a16:creationId xmlns:a16="http://schemas.microsoft.com/office/drawing/2014/main" id="{E7C88F86-39EF-33D3-2ECB-0470DF2A7665}"/>
                  </a:ext>
                </a:extLst>
              </p:cNvPr>
              <p:cNvSpPr/>
              <p:nvPr/>
            </p:nvSpPr>
            <p:spPr>
              <a:xfrm>
                <a:off x="4764333" y="16495368"/>
                <a:ext cx="191210" cy="191210"/>
              </a:xfrm>
              <a:prstGeom prst="ellipse">
                <a:avLst/>
              </a:prstGeom>
              <a:solidFill>
                <a:srgbClr val="7A5BB5"/>
              </a:solidFill>
              <a:ln>
                <a:noFill/>
              </a:ln>
            </p:spPr>
            <p:txBody>
              <a:bodyPr rtlCol="0" anchor="ctr"/>
              <a:lstStyle/>
              <a:p>
                <a:pPr algn="ctr"/>
                <a:endParaRPr/>
              </a:p>
            </p:txBody>
          </p:sp>
          <p:sp>
            <p:nvSpPr>
              <p:cNvPr id="2164" name="Oval 2163">
                <a:extLst>
                  <a:ext uri="{FF2B5EF4-FFF2-40B4-BE49-F238E27FC236}">
                    <a16:creationId xmlns:a16="http://schemas.microsoft.com/office/drawing/2014/main" id="{9674FE8F-7807-6A3F-26A2-096A0299FBA8}"/>
                  </a:ext>
                </a:extLst>
              </p:cNvPr>
              <p:cNvSpPr/>
              <p:nvPr/>
            </p:nvSpPr>
            <p:spPr>
              <a:xfrm>
                <a:off x="4764333" y="16760939"/>
                <a:ext cx="191210" cy="191210"/>
              </a:xfrm>
              <a:prstGeom prst="ellipse">
                <a:avLst/>
              </a:prstGeom>
              <a:solidFill>
                <a:srgbClr val="7A5BB5"/>
              </a:solidFill>
              <a:ln>
                <a:noFill/>
              </a:ln>
            </p:spPr>
            <p:txBody>
              <a:bodyPr rtlCol="0" anchor="ctr"/>
              <a:lstStyle/>
              <a:p>
                <a:pPr algn="ctr"/>
                <a:endParaRPr/>
              </a:p>
            </p:txBody>
          </p:sp>
          <p:sp>
            <p:nvSpPr>
              <p:cNvPr id="2165" name="Oval 2164">
                <a:extLst>
                  <a:ext uri="{FF2B5EF4-FFF2-40B4-BE49-F238E27FC236}">
                    <a16:creationId xmlns:a16="http://schemas.microsoft.com/office/drawing/2014/main" id="{A1E02E1E-41EB-8201-DF04-DA1F540F18B6}"/>
                  </a:ext>
                </a:extLst>
              </p:cNvPr>
              <p:cNvSpPr/>
              <p:nvPr/>
            </p:nvSpPr>
            <p:spPr>
              <a:xfrm>
                <a:off x="4764333" y="17026509"/>
                <a:ext cx="191210" cy="191210"/>
              </a:xfrm>
              <a:prstGeom prst="ellipse">
                <a:avLst/>
              </a:prstGeom>
              <a:solidFill>
                <a:srgbClr val="7A5BB5"/>
              </a:solidFill>
              <a:ln>
                <a:noFill/>
              </a:ln>
            </p:spPr>
            <p:txBody>
              <a:bodyPr rtlCol="0" anchor="ctr"/>
              <a:lstStyle/>
              <a:p>
                <a:pPr algn="ctr"/>
                <a:endParaRPr/>
              </a:p>
            </p:txBody>
          </p:sp>
          <p:sp>
            <p:nvSpPr>
              <p:cNvPr id="2166" name="Oval 2165">
                <a:extLst>
                  <a:ext uri="{FF2B5EF4-FFF2-40B4-BE49-F238E27FC236}">
                    <a16:creationId xmlns:a16="http://schemas.microsoft.com/office/drawing/2014/main" id="{E328B571-B036-D4EF-9F84-140E625DA10D}"/>
                  </a:ext>
                </a:extLst>
              </p:cNvPr>
              <p:cNvSpPr/>
              <p:nvPr/>
            </p:nvSpPr>
            <p:spPr>
              <a:xfrm>
                <a:off x="4764333" y="17292079"/>
                <a:ext cx="191210" cy="191210"/>
              </a:xfrm>
              <a:prstGeom prst="ellipse">
                <a:avLst/>
              </a:prstGeom>
              <a:solidFill>
                <a:srgbClr val="7A5BB5"/>
              </a:solidFill>
              <a:ln>
                <a:noFill/>
              </a:ln>
            </p:spPr>
            <p:txBody>
              <a:bodyPr rtlCol="0" anchor="ctr"/>
              <a:lstStyle/>
              <a:p>
                <a:pPr algn="ctr"/>
                <a:endParaRPr/>
              </a:p>
            </p:txBody>
          </p:sp>
          <p:sp>
            <p:nvSpPr>
              <p:cNvPr id="2167" name="Oval 2166">
                <a:extLst>
                  <a:ext uri="{FF2B5EF4-FFF2-40B4-BE49-F238E27FC236}">
                    <a16:creationId xmlns:a16="http://schemas.microsoft.com/office/drawing/2014/main" id="{A30FBDD4-59CB-679A-4B71-10EA1E9211B6}"/>
                  </a:ext>
                </a:extLst>
              </p:cNvPr>
              <p:cNvSpPr/>
              <p:nvPr/>
            </p:nvSpPr>
            <p:spPr>
              <a:xfrm>
                <a:off x="5029904" y="16229798"/>
                <a:ext cx="191210" cy="191210"/>
              </a:xfrm>
              <a:prstGeom prst="ellipse">
                <a:avLst/>
              </a:prstGeom>
              <a:solidFill>
                <a:srgbClr val="7A5BB5"/>
              </a:solidFill>
              <a:ln>
                <a:noFill/>
              </a:ln>
            </p:spPr>
            <p:txBody>
              <a:bodyPr rtlCol="0" anchor="ctr"/>
              <a:lstStyle/>
              <a:p>
                <a:pPr algn="ctr"/>
                <a:endParaRPr/>
              </a:p>
            </p:txBody>
          </p:sp>
          <p:sp>
            <p:nvSpPr>
              <p:cNvPr id="2168" name="Oval 2167">
                <a:extLst>
                  <a:ext uri="{FF2B5EF4-FFF2-40B4-BE49-F238E27FC236}">
                    <a16:creationId xmlns:a16="http://schemas.microsoft.com/office/drawing/2014/main" id="{9B9E3A5C-981C-EFA0-A07B-CD4CA85EAA0F}"/>
                  </a:ext>
                </a:extLst>
              </p:cNvPr>
              <p:cNvSpPr/>
              <p:nvPr/>
            </p:nvSpPr>
            <p:spPr>
              <a:xfrm>
                <a:off x="5029904" y="16495368"/>
                <a:ext cx="191210" cy="191210"/>
              </a:xfrm>
              <a:prstGeom prst="ellipse">
                <a:avLst/>
              </a:prstGeom>
              <a:solidFill>
                <a:srgbClr val="7A5BB5"/>
              </a:solidFill>
              <a:ln>
                <a:noFill/>
              </a:ln>
            </p:spPr>
            <p:txBody>
              <a:bodyPr rtlCol="0" anchor="ctr"/>
              <a:lstStyle/>
              <a:p>
                <a:pPr algn="ctr"/>
                <a:endParaRPr/>
              </a:p>
            </p:txBody>
          </p:sp>
          <p:sp>
            <p:nvSpPr>
              <p:cNvPr id="2169" name="Oval 2168">
                <a:extLst>
                  <a:ext uri="{FF2B5EF4-FFF2-40B4-BE49-F238E27FC236}">
                    <a16:creationId xmlns:a16="http://schemas.microsoft.com/office/drawing/2014/main" id="{B8525585-BF9D-2BFC-01D0-5C01F5327626}"/>
                  </a:ext>
                </a:extLst>
              </p:cNvPr>
              <p:cNvSpPr/>
              <p:nvPr/>
            </p:nvSpPr>
            <p:spPr>
              <a:xfrm>
                <a:off x="5029904" y="16760939"/>
                <a:ext cx="191210" cy="191210"/>
              </a:xfrm>
              <a:prstGeom prst="ellipse">
                <a:avLst/>
              </a:prstGeom>
              <a:solidFill>
                <a:srgbClr val="7A5BB5"/>
              </a:solidFill>
              <a:ln>
                <a:noFill/>
              </a:ln>
            </p:spPr>
            <p:txBody>
              <a:bodyPr rtlCol="0" anchor="ctr"/>
              <a:lstStyle/>
              <a:p>
                <a:pPr algn="ctr"/>
                <a:endParaRPr/>
              </a:p>
            </p:txBody>
          </p:sp>
          <p:sp>
            <p:nvSpPr>
              <p:cNvPr id="2170" name="Oval 2169">
                <a:extLst>
                  <a:ext uri="{FF2B5EF4-FFF2-40B4-BE49-F238E27FC236}">
                    <a16:creationId xmlns:a16="http://schemas.microsoft.com/office/drawing/2014/main" id="{E7061A6A-CB2A-46AD-CC99-03C446B124D7}"/>
                  </a:ext>
                </a:extLst>
              </p:cNvPr>
              <p:cNvSpPr/>
              <p:nvPr/>
            </p:nvSpPr>
            <p:spPr>
              <a:xfrm>
                <a:off x="5029904" y="17026509"/>
                <a:ext cx="191210" cy="191210"/>
              </a:xfrm>
              <a:prstGeom prst="ellipse">
                <a:avLst/>
              </a:prstGeom>
              <a:solidFill>
                <a:srgbClr val="7A5BB5"/>
              </a:solidFill>
              <a:ln>
                <a:noFill/>
              </a:ln>
            </p:spPr>
            <p:txBody>
              <a:bodyPr rtlCol="0" anchor="ctr"/>
              <a:lstStyle/>
              <a:p>
                <a:pPr algn="ctr"/>
                <a:endParaRPr/>
              </a:p>
            </p:txBody>
          </p:sp>
          <p:sp>
            <p:nvSpPr>
              <p:cNvPr id="2171" name="Oval 2170">
                <a:extLst>
                  <a:ext uri="{FF2B5EF4-FFF2-40B4-BE49-F238E27FC236}">
                    <a16:creationId xmlns:a16="http://schemas.microsoft.com/office/drawing/2014/main" id="{F1DA37B5-A2E8-1590-6BAA-128E70FD868E}"/>
                  </a:ext>
                </a:extLst>
              </p:cNvPr>
              <p:cNvSpPr/>
              <p:nvPr/>
            </p:nvSpPr>
            <p:spPr>
              <a:xfrm>
                <a:off x="5029904" y="17292079"/>
                <a:ext cx="191210" cy="191210"/>
              </a:xfrm>
              <a:prstGeom prst="ellipse">
                <a:avLst/>
              </a:prstGeom>
              <a:solidFill>
                <a:srgbClr val="7A5BB5"/>
              </a:solidFill>
              <a:ln>
                <a:noFill/>
              </a:ln>
            </p:spPr>
            <p:txBody>
              <a:bodyPr rtlCol="0" anchor="ctr"/>
              <a:lstStyle/>
              <a:p>
                <a:pPr algn="ctr"/>
                <a:endParaRPr/>
              </a:p>
            </p:txBody>
          </p:sp>
          <p:sp>
            <p:nvSpPr>
              <p:cNvPr id="2172" name="Oval 2171">
                <a:extLst>
                  <a:ext uri="{FF2B5EF4-FFF2-40B4-BE49-F238E27FC236}">
                    <a16:creationId xmlns:a16="http://schemas.microsoft.com/office/drawing/2014/main" id="{AAC5DBCA-4704-21AE-5CF9-0745A46889AD}"/>
                  </a:ext>
                </a:extLst>
              </p:cNvPr>
              <p:cNvSpPr/>
              <p:nvPr/>
            </p:nvSpPr>
            <p:spPr>
              <a:xfrm>
                <a:off x="5295474" y="16229798"/>
                <a:ext cx="191210" cy="191210"/>
              </a:xfrm>
              <a:prstGeom prst="ellipse">
                <a:avLst/>
              </a:prstGeom>
              <a:solidFill>
                <a:srgbClr val="7A5BB5"/>
              </a:solidFill>
              <a:ln>
                <a:noFill/>
              </a:ln>
            </p:spPr>
            <p:txBody>
              <a:bodyPr rtlCol="0" anchor="ctr"/>
              <a:lstStyle/>
              <a:p>
                <a:pPr algn="ctr"/>
                <a:endParaRPr/>
              </a:p>
            </p:txBody>
          </p:sp>
          <p:sp>
            <p:nvSpPr>
              <p:cNvPr id="2173" name="Oval 2172">
                <a:extLst>
                  <a:ext uri="{FF2B5EF4-FFF2-40B4-BE49-F238E27FC236}">
                    <a16:creationId xmlns:a16="http://schemas.microsoft.com/office/drawing/2014/main" id="{248FAFFA-B64C-CEF6-13B5-BC100DB014C5}"/>
                  </a:ext>
                </a:extLst>
              </p:cNvPr>
              <p:cNvSpPr/>
              <p:nvPr/>
            </p:nvSpPr>
            <p:spPr>
              <a:xfrm>
                <a:off x="5295474" y="16495368"/>
                <a:ext cx="191210" cy="191210"/>
              </a:xfrm>
              <a:prstGeom prst="ellipse">
                <a:avLst/>
              </a:prstGeom>
              <a:solidFill>
                <a:srgbClr val="7A5BB5"/>
              </a:solidFill>
              <a:ln>
                <a:noFill/>
              </a:ln>
            </p:spPr>
            <p:txBody>
              <a:bodyPr rtlCol="0" anchor="ctr"/>
              <a:lstStyle/>
              <a:p>
                <a:pPr algn="ctr"/>
                <a:endParaRPr/>
              </a:p>
            </p:txBody>
          </p:sp>
          <p:sp>
            <p:nvSpPr>
              <p:cNvPr id="2174" name="Oval 2173">
                <a:extLst>
                  <a:ext uri="{FF2B5EF4-FFF2-40B4-BE49-F238E27FC236}">
                    <a16:creationId xmlns:a16="http://schemas.microsoft.com/office/drawing/2014/main" id="{B609BF36-97AA-A843-46C2-9E9CEA08BD55}"/>
                  </a:ext>
                </a:extLst>
              </p:cNvPr>
              <p:cNvSpPr/>
              <p:nvPr/>
            </p:nvSpPr>
            <p:spPr>
              <a:xfrm>
                <a:off x="5295474" y="16760939"/>
                <a:ext cx="191210" cy="191210"/>
              </a:xfrm>
              <a:prstGeom prst="ellipse">
                <a:avLst/>
              </a:prstGeom>
              <a:solidFill>
                <a:srgbClr val="7A5BB5"/>
              </a:solidFill>
              <a:ln>
                <a:noFill/>
              </a:ln>
            </p:spPr>
            <p:txBody>
              <a:bodyPr rtlCol="0" anchor="ctr"/>
              <a:lstStyle/>
              <a:p>
                <a:pPr algn="ctr"/>
                <a:endParaRPr/>
              </a:p>
            </p:txBody>
          </p:sp>
          <p:sp>
            <p:nvSpPr>
              <p:cNvPr id="2175" name="Oval 2174">
                <a:extLst>
                  <a:ext uri="{FF2B5EF4-FFF2-40B4-BE49-F238E27FC236}">
                    <a16:creationId xmlns:a16="http://schemas.microsoft.com/office/drawing/2014/main" id="{43D8CA57-2862-6D40-A690-F760FB4F8900}"/>
                  </a:ext>
                </a:extLst>
              </p:cNvPr>
              <p:cNvSpPr/>
              <p:nvPr/>
            </p:nvSpPr>
            <p:spPr>
              <a:xfrm>
                <a:off x="5295474" y="17026509"/>
                <a:ext cx="191210" cy="191210"/>
              </a:xfrm>
              <a:prstGeom prst="ellipse">
                <a:avLst/>
              </a:prstGeom>
              <a:solidFill>
                <a:srgbClr val="7A5BB5"/>
              </a:solidFill>
              <a:ln>
                <a:noFill/>
              </a:ln>
            </p:spPr>
            <p:txBody>
              <a:bodyPr rtlCol="0" anchor="ctr"/>
              <a:lstStyle/>
              <a:p>
                <a:pPr algn="ctr"/>
                <a:endParaRPr/>
              </a:p>
            </p:txBody>
          </p:sp>
          <p:sp>
            <p:nvSpPr>
              <p:cNvPr id="2176" name="Oval 2175">
                <a:extLst>
                  <a:ext uri="{FF2B5EF4-FFF2-40B4-BE49-F238E27FC236}">
                    <a16:creationId xmlns:a16="http://schemas.microsoft.com/office/drawing/2014/main" id="{8AEFADEE-509B-A199-1BC6-056CD3222160}"/>
                  </a:ext>
                </a:extLst>
              </p:cNvPr>
              <p:cNvSpPr/>
              <p:nvPr/>
            </p:nvSpPr>
            <p:spPr>
              <a:xfrm>
                <a:off x="5295474" y="17292079"/>
                <a:ext cx="191210" cy="191210"/>
              </a:xfrm>
              <a:prstGeom prst="ellipse">
                <a:avLst/>
              </a:prstGeom>
              <a:solidFill>
                <a:srgbClr val="7A5BB5"/>
              </a:solidFill>
              <a:ln>
                <a:noFill/>
              </a:ln>
            </p:spPr>
            <p:txBody>
              <a:bodyPr rtlCol="0" anchor="ctr"/>
              <a:lstStyle/>
              <a:p>
                <a:pPr algn="ctr"/>
                <a:endParaRPr/>
              </a:p>
            </p:txBody>
          </p:sp>
          <p:sp>
            <p:nvSpPr>
              <p:cNvPr id="2177" name="Oval 2176">
                <a:extLst>
                  <a:ext uri="{FF2B5EF4-FFF2-40B4-BE49-F238E27FC236}">
                    <a16:creationId xmlns:a16="http://schemas.microsoft.com/office/drawing/2014/main" id="{6B370BBE-5A40-EC7F-C87A-285C925576D8}"/>
                  </a:ext>
                </a:extLst>
              </p:cNvPr>
              <p:cNvSpPr/>
              <p:nvPr/>
            </p:nvSpPr>
            <p:spPr>
              <a:xfrm>
                <a:off x="5561045" y="16229798"/>
                <a:ext cx="191210" cy="191210"/>
              </a:xfrm>
              <a:prstGeom prst="ellipse">
                <a:avLst/>
              </a:prstGeom>
              <a:solidFill>
                <a:srgbClr val="7A5BB5"/>
              </a:solidFill>
              <a:ln>
                <a:noFill/>
              </a:ln>
            </p:spPr>
            <p:txBody>
              <a:bodyPr rtlCol="0" anchor="ctr"/>
              <a:lstStyle/>
              <a:p>
                <a:pPr algn="ctr"/>
                <a:endParaRPr/>
              </a:p>
            </p:txBody>
          </p:sp>
          <p:sp>
            <p:nvSpPr>
              <p:cNvPr id="2178" name="Oval 2177">
                <a:extLst>
                  <a:ext uri="{FF2B5EF4-FFF2-40B4-BE49-F238E27FC236}">
                    <a16:creationId xmlns:a16="http://schemas.microsoft.com/office/drawing/2014/main" id="{AA271068-152E-641C-5ECA-19C015306360}"/>
                  </a:ext>
                </a:extLst>
              </p:cNvPr>
              <p:cNvSpPr/>
              <p:nvPr/>
            </p:nvSpPr>
            <p:spPr>
              <a:xfrm>
                <a:off x="5561045" y="16495368"/>
                <a:ext cx="191210" cy="191210"/>
              </a:xfrm>
              <a:prstGeom prst="ellipse">
                <a:avLst/>
              </a:prstGeom>
              <a:solidFill>
                <a:srgbClr val="7A5BB5"/>
              </a:solidFill>
              <a:ln>
                <a:noFill/>
              </a:ln>
            </p:spPr>
            <p:txBody>
              <a:bodyPr rtlCol="0" anchor="ctr"/>
              <a:lstStyle/>
              <a:p>
                <a:pPr algn="ctr"/>
                <a:endParaRPr/>
              </a:p>
            </p:txBody>
          </p:sp>
          <p:sp>
            <p:nvSpPr>
              <p:cNvPr id="2179" name="Oval 2178">
                <a:extLst>
                  <a:ext uri="{FF2B5EF4-FFF2-40B4-BE49-F238E27FC236}">
                    <a16:creationId xmlns:a16="http://schemas.microsoft.com/office/drawing/2014/main" id="{577D3043-B15C-AF57-8330-DFC4D8AB9EA4}"/>
                  </a:ext>
                </a:extLst>
              </p:cNvPr>
              <p:cNvSpPr/>
              <p:nvPr/>
            </p:nvSpPr>
            <p:spPr>
              <a:xfrm>
                <a:off x="5561045" y="16760939"/>
                <a:ext cx="191210" cy="191210"/>
              </a:xfrm>
              <a:prstGeom prst="ellipse">
                <a:avLst/>
              </a:prstGeom>
              <a:solidFill>
                <a:srgbClr val="7A5BB5"/>
              </a:solidFill>
              <a:ln>
                <a:noFill/>
              </a:ln>
            </p:spPr>
            <p:txBody>
              <a:bodyPr rtlCol="0" anchor="ctr"/>
              <a:lstStyle/>
              <a:p>
                <a:pPr algn="ctr"/>
                <a:endParaRPr/>
              </a:p>
            </p:txBody>
          </p:sp>
          <p:sp>
            <p:nvSpPr>
              <p:cNvPr id="2180" name="Oval 2179">
                <a:extLst>
                  <a:ext uri="{FF2B5EF4-FFF2-40B4-BE49-F238E27FC236}">
                    <a16:creationId xmlns:a16="http://schemas.microsoft.com/office/drawing/2014/main" id="{A79B2B93-F4B2-43C6-8307-3D4047B2B8DF}"/>
                  </a:ext>
                </a:extLst>
              </p:cNvPr>
              <p:cNvSpPr/>
              <p:nvPr/>
            </p:nvSpPr>
            <p:spPr>
              <a:xfrm>
                <a:off x="5561045" y="17026509"/>
                <a:ext cx="191210" cy="191210"/>
              </a:xfrm>
              <a:prstGeom prst="ellipse">
                <a:avLst/>
              </a:prstGeom>
              <a:solidFill>
                <a:srgbClr val="7A5BB5"/>
              </a:solidFill>
              <a:ln>
                <a:noFill/>
              </a:ln>
            </p:spPr>
            <p:txBody>
              <a:bodyPr rtlCol="0" anchor="ctr"/>
              <a:lstStyle/>
              <a:p>
                <a:pPr algn="ctr"/>
                <a:endParaRPr/>
              </a:p>
            </p:txBody>
          </p:sp>
          <p:sp>
            <p:nvSpPr>
              <p:cNvPr id="2181" name="Oval 2180">
                <a:extLst>
                  <a:ext uri="{FF2B5EF4-FFF2-40B4-BE49-F238E27FC236}">
                    <a16:creationId xmlns:a16="http://schemas.microsoft.com/office/drawing/2014/main" id="{69E1E93A-0502-775E-2144-AE3CEF140980}"/>
                  </a:ext>
                </a:extLst>
              </p:cNvPr>
              <p:cNvSpPr/>
              <p:nvPr/>
            </p:nvSpPr>
            <p:spPr>
              <a:xfrm>
                <a:off x="5561045" y="17292079"/>
                <a:ext cx="191210" cy="191210"/>
              </a:xfrm>
              <a:prstGeom prst="ellipse">
                <a:avLst/>
              </a:prstGeom>
              <a:solidFill>
                <a:srgbClr val="7A5BB5"/>
              </a:solidFill>
              <a:ln>
                <a:noFill/>
              </a:ln>
            </p:spPr>
            <p:txBody>
              <a:bodyPr rtlCol="0" anchor="ctr"/>
              <a:lstStyle/>
              <a:p>
                <a:pPr algn="ctr"/>
                <a:endParaRPr/>
              </a:p>
            </p:txBody>
          </p:sp>
          <p:sp>
            <p:nvSpPr>
              <p:cNvPr id="2182" name="Oval 2181">
                <a:extLst>
                  <a:ext uri="{FF2B5EF4-FFF2-40B4-BE49-F238E27FC236}">
                    <a16:creationId xmlns:a16="http://schemas.microsoft.com/office/drawing/2014/main" id="{28D15485-A4B0-C943-82DE-A66A680E284D}"/>
                  </a:ext>
                </a:extLst>
              </p:cNvPr>
              <p:cNvSpPr/>
              <p:nvPr/>
            </p:nvSpPr>
            <p:spPr>
              <a:xfrm>
                <a:off x="5826615" y="16229798"/>
                <a:ext cx="191210" cy="191210"/>
              </a:xfrm>
              <a:prstGeom prst="ellipse">
                <a:avLst/>
              </a:prstGeom>
              <a:solidFill>
                <a:srgbClr val="7A5BB5"/>
              </a:solidFill>
              <a:ln>
                <a:noFill/>
              </a:ln>
            </p:spPr>
            <p:txBody>
              <a:bodyPr rtlCol="0" anchor="ctr"/>
              <a:lstStyle/>
              <a:p>
                <a:pPr algn="ctr"/>
                <a:endParaRPr/>
              </a:p>
            </p:txBody>
          </p:sp>
          <p:sp>
            <p:nvSpPr>
              <p:cNvPr id="2183" name="Oval 2182">
                <a:extLst>
                  <a:ext uri="{FF2B5EF4-FFF2-40B4-BE49-F238E27FC236}">
                    <a16:creationId xmlns:a16="http://schemas.microsoft.com/office/drawing/2014/main" id="{C9325216-A382-CD24-5323-A724218114A9}"/>
                  </a:ext>
                </a:extLst>
              </p:cNvPr>
              <p:cNvSpPr/>
              <p:nvPr/>
            </p:nvSpPr>
            <p:spPr>
              <a:xfrm>
                <a:off x="5826615" y="16495368"/>
                <a:ext cx="191210" cy="191210"/>
              </a:xfrm>
              <a:prstGeom prst="ellipse">
                <a:avLst/>
              </a:prstGeom>
              <a:solidFill>
                <a:srgbClr val="7A5BB5"/>
              </a:solidFill>
              <a:ln>
                <a:noFill/>
              </a:ln>
            </p:spPr>
            <p:txBody>
              <a:bodyPr rtlCol="0" anchor="ctr"/>
              <a:lstStyle/>
              <a:p>
                <a:pPr algn="ctr"/>
                <a:endParaRPr/>
              </a:p>
            </p:txBody>
          </p:sp>
          <p:sp>
            <p:nvSpPr>
              <p:cNvPr id="2184" name="Oval 2183">
                <a:extLst>
                  <a:ext uri="{FF2B5EF4-FFF2-40B4-BE49-F238E27FC236}">
                    <a16:creationId xmlns:a16="http://schemas.microsoft.com/office/drawing/2014/main" id="{B48E008C-8473-F900-7EAA-3F8B5DDD75A4}"/>
                  </a:ext>
                </a:extLst>
              </p:cNvPr>
              <p:cNvSpPr/>
              <p:nvPr/>
            </p:nvSpPr>
            <p:spPr>
              <a:xfrm>
                <a:off x="5826615" y="16760939"/>
                <a:ext cx="191210" cy="191210"/>
              </a:xfrm>
              <a:prstGeom prst="ellipse">
                <a:avLst/>
              </a:prstGeom>
              <a:solidFill>
                <a:srgbClr val="7A5BB5"/>
              </a:solidFill>
              <a:ln>
                <a:noFill/>
              </a:ln>
            </p:spPr>
            <p:txBody>
              <a:bodyPr rtlCol="0" anchor="ctr"/>
              <a:lstStyle/>
              <a:p>
                <a:pPr algn="ctr"/>
                <a:endParaRPr/>
              </a:p>
            </p:txBody>
          </p:sp>
          <p:sp>
            <p:nvSpPr>
              <p:cNvPr id="2185" name="Oval 2184">
                <a:extLst>
                  <a:ext uri="{FF2B5EF4-FFF2-40B4-BE49-F238E27FC236}">
                    <a16:creationId xmlns:a16="http://schemas.microsoft.com/office/drawing/2014/main" id="{9EA3C472-A34E-ACB3-C2F6-ED3C101928F2}"/>
                  </a:ext>
                </a:extLst>
              </p:cNvPr>
              <p:cNvSpPr/>
              <p:nvPr/>
            </p:nvSpPr>
            <p:spPr>
              <a:xfrm>
                <a:off x="5826615" y="17026509"/>
                <a:ext cx="191210" cy="191210"/>
              </a:xfrm>
              <a:prstGeom prst="ellipse">
                <a:avLst/>
              </a:prstGeom>
              <a:solidFill>
                <a:srgbClr val="7A5BB5"/>
              </a:solidFill>
              <a:ln>
                <a:noFill/>
              </a:ln>
            </p:spPr>
            <p:txBody>
              <a:bodyPr rtlCol="0" anchor="ctr"/>
              <a:lstStyle/>
              <a:p>
                <a:pPr algn="ctr"/>
                <a:endParaRPr/>
              </a:p>
            </p:txBody>
          </p:sp>
          <p:sp>
            <p:nvSpPr>
              <p:cNvPr id="2186" name="Oval 2185">
                <a:extLst>
                  <a:ext uri="{FF2B5EF4-FFF2-40B4-BE49-F238E27FC236}">
                    <a16:creationId xmlns:a16="http://schemas.microsoft.com/office/drawing/2014/main" id="{F866CD96-745C-5355-DF71-B96D258AF6D2}"/>
                  </a:ext>
                </a:extLst>
              </p:cNvPr>
              <p:cNvSpPr/>
              <p:nvPr/>
            </p:nvSpPr>
            <p:spPr>
              <a:xfrm>
                <a:off x="5826615" y="17292079"/>
                <a:ext cx="191210" cy="191210"/>
              </a:xfrm>
              <a:prstGeom prst="ellipse">
                <a:avLst/>
              </a:prstGeom>
              <a:solidFill>
                <a:srgbClr val="7A5BB5"/>
              </a:solidFill>
              <a:ln>
                <a:noFill/>
              </a:ln>
            </p:spPr>
            <p:txBody>
              <a:bodyPr rtlCol="0" anchor="ctr"/>
              <a:lstStyle/>
              <a:p>
                <a:pPr algn="ctr"/>
                <a:endParaRPr/>
              </a:p>
            </p:txBody>
          </p:sp>
          <p:sp>
            <p:nvSpPr>
              <p:cNvPr id="2187" name="Oval 2186">
                <a:extLst>
                  <a:ext uri="{FF2B5EF4-FFF2-40B4-BE49-F238E27FC236}">
                    <a16:creationId xmlns:a16="http://schemas.microsoft.com/office/drawing/2014/main" id="{FC511CCA-CC32-04C1-2BB9-FF93794C4F38}"/>
                  </a:ext>
                </a:extLst>
              </p:cNvPr>
              <p:cNvSpPr/>
              <p:nvPr/>
            </p:nvSpPr>
            <p:spPr>
              <a:xfrm>
                <a:off x="6092186" y="16229798"/>
                <a:ext cx="191210" cy="191210"/>
              </a:xfrm>
              <a:prstGeom prst="ellipse">
                <a:avLst/>
              </a:prstGeom>
              <a:solidFill>
                <a:srgbClr val="FFFFFF"/>
              </a:solidFill>
              <a:ln>
                <a:noFill/>
              </a:ln>
            </p:spPr>
            <p:txBody>
              <a:bodyPr rtlCol="0" anchor="ctr"/>
              <a:lstStyle/>
              <a:p>
                <a:pPr algn="ctr"/>
                <a:endParaRPr/>
              </a:p>
            </p:txBody>
          </p:sp>
          <p:sp>
            <p:nvSpPr>
              <p:cNvPr id="2188" name="Oval 2187">
                <a:extLst>
                  <a:ext uri="{FF2B5EF4-FFF2-40B4-BE49-F238E27FC236}">
                    <a16:creationId xmlns:a16="http://schemas.microsoft.com/office/drawing/2014/main" id="{DD50B08C-31F5-3AE9-4711-9E2FB08C5E51}"/>
                  </a:ext>
                </a:extLst>
              </p:cNvPr>
              <p:cNvSpPr/>
              <p:nvPr/>
            </p:nvSpPr>
            <p:spPr>
              <a:xfrm>
                <a:off x="6092186" y="16495368"/>
                <a:ext cx="191210" cy="191210"/>
              </a:xfrm>
              <a:prstGeom prst="ellipse">
                <a:avLst/>
              </a:prstGeom>
              <a:solidFill>
                <a:srgbClr val="FFFFFF"/>
              </a:solidFill>
              <a:ln>
                <a:noFill/>
              </a:ln>
            </p:spPr>
            <p:txBody>
              <a:bodyPr rtlCol="0" anchor="ctr"/>
              <a:lstStyle/>
              <a:p>
                <a:pPr algn="ctr"/>
                <a:endParaRPr/>
              </a:p>
            </p:txBody>
          </p:sp>
          <p:sp>
            <p:nvSpPr>
              <p:cNvPr id="2189" name="Oval 2188">
                <a:extLst>
                  <a:ext uri="{FF2B5EF4-FFF2-40B4-BE49-F238E27FC236}">
                    <a16:creationId xmlns:a16="http://schemas.microsoft.com/office/drawing/2014/main" id="{5A770C7D-FAB8-92B9-617A-4489E8E17595}"/>
                  </a:ext>
                </a:extLst>
              </p:cNvPr>
              <p:cNvSpPr/>
              <p:nvPr/>
            </p:nvSpPr>
            <p:spPr>
              <a:xfrm>
                <a:off x="6092186" y="16760939"/>
                <a:ext cx="191210" cy="191210"/>
              </a:xfrm>
              <a:prstGeom prst="ellipse">
                <a:avLst/>
              </a:prstGeom>
              <a:solidFill>
                <a:srgbClr val="FFFFFF"/>
              </a:solidFill>
              <a:ln>
                <a:noFill/>
              </a:ln>
            </p:spPr>
            <p:txBody>
              <a:bodyPr rtlCol="0" anchor="ctr"/>
              <a:lstStyle/>
              <a:p>
                <a:pPr algn="ctr"/>
                <a:endParaRPr/>
              </a:p>
            </p:txBody>
          </p:sp>
          <p:sp>
            <p:nvSpPr>
              <p:cNvPr id="2190" name="Oval 2189">
                <a:extLst>
                  <a:ext uri="{FF2B5EF4-FFF2-40B4-BE49-F238E27FC236}">
                    <a16:creationId xmlns:a16="http://schemas.microsoft.com/office/drawing/2014/main" id="{07ED7EF9-4CE4-A6CF-92E8-F66A502856E8}"/>
                  </a:ext>
                </a:extLst>
              </p:cNvPr>
              <p:cNvSpPr/>
              <p:nvPr/>
            </p:nvSpPr>
            <p:spPr>
              <a:xfrm>
                <a:off x="6092186" y="17026509"/>
                <a:ext cx="191210" cy="191210"/>
              </a:xfrm>
              <a:prstGeom prst="ellipse">
                <a:avLst/>
              </a:prstGeom>
              <a:solidFill>
                <a:srgbClr val="FFFFFF"/>
              </a:solidFill>
              <a:ln>
                <a:noFill/>
              </a:ln>
            </p:spPr>
            <p:txBody>
              <a:bodyPr rtlCol="0" anchor="ctr"/>
              <a:lstStyle/>
              <a:p>
                <a:pPr algn="ctr"/>
                <a:endParaRPr/>
              </a:p>
            </p:txBody>
          </p:sp>
          <p:sp>
            <p:nvSpPr>
              <p:cNvPr id="2191" name="Oval 2190">
                <a:extLst>
                  <a:ext uri="{FF2B5EF4-FFF2-40B4-BE49-F238E27FC236}">
                    <a16:creationId xmlns:a16="http://schemas.microsoft.com/office/drawing/2014/main" id="{2D5006E5-73E3-37ED-386B-E499FC9ECBBD}"/>
                  </a:ext>
                </a:extLst>
              </p:cNvPr>
              <p:cNvSpPr/>
              <p:nvPr/>
            </p:nvSpPr>
            <p:spPr>
              <a:xfrm>
                <a:off x="6092186" y="17292079"/>
                <a:ext cx="191210" cy="191210"/>
              </a:xfrm>
              <a:prstGeom prst="ellipse">
                <a:avLst/>
              </a:prstGeom>
              <a:solidFill>
                <a:srgbClr val="FFFFFF"/>
              </a:solidFill>
              <a:ln>
                <a:noFill/>
              </a:ln>
            </p:spPr>
            <p:txBody>
              <a:bodyPr rtlCol="0" anchor="ctr"/>
              <a:lstStyle/>
              <a:p>
                <a:pPr algn="ctr"/>
                <a:endParaRPr/>
              </a:p>
            </p:txBody>
          </p:sp>
          <p:sp>
            <p:nvSpPr>
              <p:cNvPr id="2192" name="Oval 2191">
                <a:extLst>
                  <a:ext uri="{FF2B5EF4-FFF2-40B4-BE49-F238E27FC236}">
                    <a16:creationId xmlns:a16="http://schemas.microsoft.com/office/drawing/2014/main" id="{BE664DAA-3F04-4560-7774-90A8DD0E36B6}"/>
                  </a:ext>
                </a:extLst>
              </p:cNvPr>
              <p:cNvSpPr/>
              <p:nvPr/>
            </p:nvSpPr>
            <p:spPr>
              <a:xfrm>
                <a:off x="6357756" y="16229798"/>
                <a:ext cx="191210" cy="191210"/>
              </a:xfrm>
              <a:prstGeom prst="ellipse">
                <a:avLst/>
              </a:prstGeom>
              <a:solidFill>
                <a:srgbClr val="FFFFFF"/>
              </a:solidFill>
              <a:ln>
                <a:noFill/>
              </a:ln>
            </p:spPr>
            <p:txBody>
              <a:bodyPr rtlCol="0" anchor="ctr"/>
              <a:lstStyle/>
              <a:p>
                <a:pPr algn="ctr"/>
                <a:endParaRPr/>
              </a:p>
            </p:txBody>
          </p:sp>
          <p:sp>
            <p:nvSpPr>
              <p:cNvPr id="2193" name="Oval 2192">
                <a:extLst>
                  <a:ext uri="{FF2B5EF4-FFF2-40B4-BE49-F238E27FC236}">
                    <a16:creationId xmlns:a16="http://schemas.microsoft.com/office/drawing/2014/main" id="{1D076F48-0DE9-3C44-2136-B5479A4C57FA}"/>
                  </a:ext>
                </a:extLst>
              </p:cNvPr>
              <p:cNvSpPr/>
              <p:nvPr/>
            </p:nvSpPr>
            <p:spPr>
              <a:xfrm>
                <a:off x="6357756" y="16495368"/>
                <a:ext cx="191210" cy="191210"/>
              </a:xfrm>
              <a:prstGeom prst="ellipse">
                <a:avLst/>
              </a:prstGeom>
              <a:solidFill>
                <a:srgbClr val="FFFFFF"/>
              </a:solidFill>
              <a:ln>
                <a:noFill/>
              </a:ln>
            </p:spPr>
            <p:txBody>
              <a:bodyPr rtlCol="0" anchor="ctr"/>
              <a:lstStyle/>
              <a:p>
                <a:pPr algn="ctr"/>
                <a:endParaRPr/>
              </a:p>
            </p:txBody>
          </p:sp>
          <p:sp>
            <p:nvSpPr>
              <p:cNvPr id="2194" name="Oval 2193">
                <a:extLst>
                  <a:ext uri="{FF2B5EF4-FFF2-40B4-BE49-F238E27FC236}">
                    <a16:creationId xmlns:a16="http://schemas.microsoft.com/office/drawing/2014/main" id="{C5EFBF61-CBEB-7B67-0D7E-C7D38A9EAC07}"/>
                  </a:ext>
                </a:extLst>
              </p:cNvPr>
              <p:cNvSpPr/>
              <p:nvPr/>
            </p:nvSpPr>
            <p:spPr>
              <a:xfrm>
                <a:off x="6357756" y="16760939"/>
                <a:ext cx="191210" cy="191210"/>
              </a:xfrm>
              <a:prstGeom prst="ellipse">
                <a:avLst/>
              </a:prstGeom>
              <a:solidFill>
                <a:srgbClr val="FFFFFF"/>
              </a:solidFill>
              <a:ln>
                <a:noFill/>
              </a:ln>
            </p:spPr>
            <p:txBody>
              <a:bodyPr rtlCol="0" anchor="ctr"/>
              <a:lstStyle/>
              <a:p>
                <a:pPr algn="ctr"/>
                <a:endParaRPr/>
              </a:p>
            </p:txBody>
          </p:sp>
          <p:sp>
            <p:nvSpPr>
              <p:cNvPr id="2195" name="Oval 2194">
                <a:extLst>
                  <a:ext uri="{FF2B5EF4-FFF2-40B4-BE49-F238E27FC236}">
                    <a16:creationId xmlns:a16="http://schemas.microsoft.com/office/drawing/2014/main" id="{D3A9DDEB-057A-5264-A6D2-ED722A5F415C}"/>
                  </a:ext>
                </a:extLst>
              </p:cNvPr>
              <p:cNvSpPr/>
              <p:nvPr/>
            </p:nvSpPr>
            <p:spPr>
              <a:xfrm>
                <a:off x="6357756" y="17026509"/>
                <a:ext cx="191210" cy="191210"/>
              </a:xfrm>
              <a:prstGeom prst="ellipse">
                <a:avLst/>
              </a:prstGeom>
              <a:solidFill>
                <a:srgbClr val="FFFFFF"/>
              </a:solidFill>
              <a:ln>
                <a:noFill/>
              </a:ln>
            </p:spPr>
            <p:txBody>
              <a:bodyPr rtlCol="0" anchor="ctr"/>
              <a:lstStyle/>
              <a:p>
                <a:pPr algn="ctr"/>
                <a:endParaRPr/>
              </a:p>
            </p:txBody>
          </p:sp>
          <p:sp>
            <p:nvSpPr>
              <p:cNvPr id="2196" name="Oval 2195">
                <a:extLst>
                  <a:ext uri="{FF2B5EF4-FFF2-40B4-BE49-F238E27FC236}">
                    <a16:creationId xmlns:a16="http://schemas.microsoft.com/office/drawing/2014/main" id="{412D3456-F79E-C59E-B231-4ABC979BBD7F}"/>
                  </a:ext>
                </a:extLst>
              </p:cNvPr>
              <p:cNvSpPr/>
              <p:nvPr/>
            </p:nvSpPr>
            <p:spPr>
              <a:xfrm>
                <a:off x="6357756" y="17292079"/>
                <a:ext cx="191210" cy="191210"/>
              </a:xfrm>
              <a:prstGeom prst="ellipse">
                <a:avLst/>
              </a:prstGeom>
              <a:solidFill>
                <a:srgbClr val="FFFFFF"/>
              </a:solidFill>
              <a:ln>
                <a:noFill/>
              </a:ln>
            </p:spPr>
            <p:txBody>
              <a:bodyPr rtlCol="0" anchor="ctr"/>
              <a:lstStyle/>
              <a:p>
                <a:pPr algn="ctr"/>
                <a:endParaRPr/>
              </a:p>
            </p:txBody>
          </p:sp>
          <p:sp>
            <p:nvSpPr>
              <p:cNvPr id="2197" name="Oval 2196">
                <a:extLst>
                  <a:ext uri="{FF2B5EF4-FFF2-40B4-BE49-F238E27FC236}">
                    <a16:creationId xmlns:a16="http://schemas.microsoft.com/office/drawing/2014/main" id="{D869E9D9-B801-9FE1-BF05-60DCE06ED66D}"/>
                  </a:ext>
                </a:extLst>
              </p:cNvPr>
              <p:cNvSpPr/>
              <p:nvPr/>
            </p:nvSpPr>
            <p:spPr>
              <a:xfrm>
                <a:off x="6623326" y="16229798"/>
                <a:ext cx="191210" cy="191210"/>
              </a:xfrm>
              <a:prstGeom prst="ellipse">
                <a:avLst/>
              </a:prstGeom>
              <a:solidFill>
                <a:srgbClr val="FFFFFF"/>
              </a:solidFill>
              <a:ln>
                <a:noFill/>
              </a:ln>
            </p:spPr>
            <p:txBody>
              <a:bodyPr rtlCol="0" anchor="ctr"/>
              <a:lstStyle/>
              <a:p>
                <a:pPr algn="ctr"/>
                <a:endParaRPr/>
              </a:p>
            </p:txBody>
          </p:sp>
          <p:sp>
            <p:nvSpPr>
              <p:cNvPr id="2198" name="Oval 2197">
                <a:extLst>
                  <a:ext uri="{FF2B5EF4-FFF2-40B4-BE49-F238E27FC236}">
                    <a16:creationId xmlns:a16="http://schemas.microsoft.com/office/drawing/2014/main" id="{4822C216-F96B-36B5-2BF7-B5B4807BB7C3}"/>
                  </a:ext>
                </a:extLst>
              </p:cNvPr>
              <p:cNvSpPr/>
              <p:nvPr/>
            </p:nvSpPr>
            <p:spPr>
              <a:xfrm>
                <a:off x="6623326" y="16495368"/>
                <a:ext cx="191210" cy="191210"/>
              </a:xfrm>
              <a:prstGeom prst="ellipse">
                <a:avLst/>
              </a:prstGeom>
              <a:solidFill>
                <a:srgbClr val="FFFFFF"/>
              </a:solidFill>
              <a:ln>
                <a:noFill/>
              </a:ln>
            </p:spPr>
            <p:txBody>
              <a:bodyPr rtlCol="0" anchor="ctr"/>
              <a:lstStyle/>
              <a:p>
                <a:pPr algn="ctr"/>
                <a:endParaRPr/>
              </a:p>
            </p:txBody>
          </p:sp>
          <p:sp>
            <p:nvSpPr>
              <p:cNvPr id="2199" name="Oval 2198">
                <a:extLst>
                  <a:ext uri="{FF2B5EF4-FFF2-40B4-BE49-F238E27FC236}">
                    <a16:creationId xmlns:a16="http://schemas.microsoft.com/office/drawing/2014/main" id="{2AB5863D-4F51-7EE1-0A04-8E3991C3DF8A}"/>
                  </a:ext>
                </a:extLst>
              </p:cNvPr>
              <p:cNvSpPr/>
              <p:nvPr/>
            </p:nvSpPr>
            <p:spPr>
              <a:xfrm>
                <a:off x="6623326" y="16760939"/>
                <a:ext cx="191210" cy="191210"/>
              </a:xfrm>
              <a:prstGeom prst="ellipse">
                <a:avLst/>
              </a:prstGeom>
              <a:solidFill>
                <a:srgbClr val="FFFFFF"/>
              </a:solidFill>
              <a:ln>
                <a:noFill/>
              </a:ln>
            </p:spPr>
            <p:txBody>
              <a:bodyPr rtlCol="0" anchor="ctr"/>
              <a:lstStyle/>
              <a:p>
                <a:pPr algn="ctr"/>
                <a:endParaRPr/>
              </a:p>
            </p:txBody>
          </p:sp>
          <p:sp>
            <p:nvSpPr>
              <p:cNvPr id="2200" name="Oval 2199">
                <a:extLst>
                  <a:ext uri="{FF2B5EF4-FFF2-40B4-BE49-F238E27FC236}">
                    <a16:creationId xmlns:a16="http://schemas.microsoft.com/office/drawing/2014/main" id="{EDB345AD-EFA7-7268-DD06-E112EDA4E3E8}"/>
                  </a:ext>
                </a:extLst>
              </p:cNvPr>
              <p:cNvSpPr/>
              <p:nvPr/>
            </p:nvSpPr>
            <p:spPr>
              <a:xfrm>
                <a:off x="6623326" y="17026509"/>
                <a:ext cx="191210" cy="191210"/>
              </a:xfrm>
              <a:prstGeom prst="ellipse">
                <a:avLst/>
              </a:prstGeom>
              <a:solidFill>
                <a:srgbClr val="FFFFFF"/>
              </a:solidFill>
              <a:ln>
                <a:noFill/>
              </a:ln>
            </p:spPr>
            <p:txBody>
              <a:bodyPr rtlCol="0" anchor="ctr"/>
              <a:lstStyle/>
              <a:p>
                <a:pPr algn="ctr"/>
                <a:endParaRPr/>
              </a:p>
            </p:txBody>
          </p:sp>
          <p:sp>
            <p:nvSpPr>
              <p:cNvPr id="2201" name="Oval 2200">
                <a:extLst>
                  <a:ext uri="{FF2B5EF4-FFF2-40B4-BE49-F238E27FC236}">
                    <a16:creationId xmlns:a16="http://schemas.microsoft.com/office/drawing/2014/main" id="{CEF53F8D-07BF-1A34-A56A-44BFA49F5CFC}"/>
                  </a:ext>
                </a:extLst>
              </p:cNvPr>
              <p:cNvSpPr/>
              <p:nvPr/>
            </p:nvSpPr>
            <p:spPr>
              <a:xfrm>
                <a:off x="6623326" y="17292079"/>
                <a:ext cx="191210" cy="191210"/>
              </a:xfrm>
              <a:prstGeom prst="ellipse">
                <a:avLst/>
              </a:prstGeom>
              <a:solidFill>
                <a:srgbClr val="FFFFFF"/>
              </a:solidFill>
              <a:ln>
                <a:noFill/>
              </a:ln>
            </p:spPr>
            <p:txBody>
              <a:bodyPr rtlCol="0" anchor="ctr"/>
              <a:lstStyle/>
              <a:p>
                <a:pPr algn="ctr"/>
                <a:endParaRPr/>
              </a:p>
            </p:txBody>
          </p:sp>
          <p:sp>
            <p:nvSpPr>
              <p:cNvPr id="2202" name="Oval 2201">
                <a:extLst>
                  <a:ext uri="{FF2B5EF4-FFF2-40B4-BE49-F238E27FC236}">
                    <a16:creationId xmlns:a16="http://schemas.microsoft.com/office/drawing/2014/main" id="{C1C0456C-9013-8C46-C760-A761DF0E346F}"/>
                  </a:ext>
                </a:extLst>
              </p:cNvPr>
              <p:cNvSpPr/>
              <p:nvPr/>
            </p:nvSpPr>
            <p:spPr>
              <a:xfrm>
                <a:off x="6888897" y="16229798"/>
                <a:ext cx="191210" cy="191210"/>
              </a:xfrm>
              <a:prstGeom prst="ellipse">
                <a:avLst/>
              </a:prstGeom>
              <a:solidFill>
                <a:srgbClr val="FFFFFF"/>
              </a:solidFill>
              <a:ln>
                <a:noFill/>
              </a:ln>
            </p:spPr>
            <p:txBody>
              <a:bodyPr rtlCol="0" anchor="ctr"/>
              <a:lstStyle/>
              <a:p>
                <a:pPr algn="ctr"/>
                <a:endParaRPr/>
              </a:p>
            </p:txBody>
          </p:sp>
          <p:sp>
            <p:nvSpPr>
              <p:cNvPr id="2203" name="Oval 2202">
                <a:extLst>
                  <a:ext uri="{FF2B5EF4-FFF2-40B4-BE49-F238E27FC236}">
                    <a16:creationId xmlns:a16="http://schemas.microsoft.com/office/drawing/2014/main" id="{A86A3014-9CCF-36B5-9A4E-CAB2C2747EDA}"/>
                  </a:ext>
                </a:extLst>
              </p:cNvPr>
              <p:cNvSpPr/>
              <p:nvPr/>
            </p:nvSpPr>
            <p:spPr>
              <a:xfrm>
                <a:off x="6888897" y="16495368"/>
                <a:ext cx="191210" cy="191210"/>
              </a:xfrm>
              <a:prstGeom prst="ellipse">
                <a:avLst/>
              </a:prstGeom>
              <a:solidFill>
                <a:srgbClr val="FFFFFF"/>
              </a:solidFill>
              <a:ln>
                <a:noFill/>
              </a:ln>
            </p:spPr>
            <p:txBody>
              <a:bodyPr rtlCol="0" anchor="ctr"/>
              <a:lstStyle/>
              <a:p>
                <a:pPr algn="ctr"/>
                <a:endParaRPr/>
              </a:p>
            </p:txBody>
          </p:sp>
          <p:sp>
            <p:nvSpPr>
              <p:cNvPr id="2204" name="Oval 2203">
                <a:extLst>
                  <a:ext uri="{FF2B5EF4-FFF2-40B4-BE49-F238E27FC236}">
                    <a16:creationId xmlns:a16="http://schemas.microsoft.com/office/drawing/2014/main" id="{98E45F40-34DE-68CE-8BF6-54A20D05A2F4}"/>
                  </a:ext>
                </a:extLst>
              </p:cNvPr>
              <p:cNvSpPr/>
              <p:nvPr/>
            </p:nvSpPr>
            <p:spPr>
              <a:xfrm>
                <a:off x="6888897" y="16760939"/>
                <a:ext cx="191210" cy="191210"/>
              </a:xfrm>
              <a:prstGeom prst="ellipse">
                <a:avLst/>
              </a:prstGeom>
              <a:solidFill>
                <a:srgbClr val="FFFFFF"/>
              </a:solidFill>
              <a:ln>
                <a:noFill/>
              </a:ln>
            </p:spPr>
            <p:txBody>
              <a:bodyPr rtlCol="0" anchor="ctr"/>
              <a:lstStyle/>
              <a:p>
                <a:pPr algn="ctr"/>
                <a:endParaRPr/>
              </a:p>
            </p:txBody>
          </p:sp>
          <p:sp>
            <p:nvSpPr>
              <p:cNvPr id="2205" name="Oval 2204">
                <a:extLst>
                  <a:ext uri="{FF2B5EF4-FFF2-40B4-BE49-F238E27FC236}">
                    <a16:creationId xmlns:a16="http://schemas.microsoft.com/office/drawing/2014/main" id="{9306906A-9B22-9F4B-A929-D9DAD9981840}"/>
                  </a:ext>
                </a:extLst>
              </p:cNvPr>
              <p:cNvSpPr/>
              <p:nvPr/>
            </p:nvSpPr>
            <p:spPr>
              <a:xfrm>
                <a:off x="6888897" y="17026509"/>
                <a:ext cx="191210" cy="191210"/>
              </a:xfrm>
              <a:prstGeom prst="ellipse">
                <a:avLst/>
              </a:prstGeom>
              <a:solidFill>
                <a:srgbClr val="FFFFFF"/>
              </a:solidFill>
              <a:ln>
                <a:noFill/>
              </a:ln>
            </p:spPr>
            <p:txBody>
              <a:bodyPr rtlCol="0" anchor="ctr"/>
              <a:lstStyle/>
              <a:p>
                <a:pPr algn="ctr"/>
                <a:endParaRPr/>
              </a:p>
            </p:txBody>
          </p:sp>
          <p:sp>
            <p:nvSpPr>
              <p:cNvPr id="2206" name="Oval 2205">
                <a:extLst>
                  <a:ext uri="{FF2B5EF4-FFF2-40B4-BE49-F238E27FC236}">
                    <a16:creationId xmlns:a16="http://schemas.microsoft.com/office/drawing/2014/main" id="{96E5514A-0341-9102-5539-D5B8A3EA5524}"/>
                  </a:ext>
                </a:extLst>
              </p:cNvPr>
              <p:cNvSpPr/>
              <p:nvPr/>
            </p:nvSpPr>
            <p:spPr>
              <a:xfrm>
                <a:off x="6888897" y="17292079"/>
                <a:ext cx="191210" cy="191210"/>
              </a:xfrm>
              <a:prstGeom prst="ellipse">
                <a:avLst/>
              </a:prstGeom>
              <a:solidFill>
                <a:srgbClr val="FFFFFF"/>
              </a:solidFill>
              <a:ln>
                <a:noFill/>
              </a:ln>
            </p:spPr>
            <p:txBody>
              <a:bodyPr rtlCol="0" anchor="ctr"/>
              <a:lstStyle/>
              <a:p>
                <a:pPr algn="ctr"/>
                <a:endParaRPr/>
              </a:p>
            </p:txBody>
          </p:sp>
          <p:sp>
            <p:nvSpPr>
              <p:cNvPr id="2207" name="Oval 2206">
                <a:extLst>
                  <a:ext uri="{FF2B5EF4-FFF2-40B4-BE49-F238E27FC236}">
                    <a16:creationId xmlns:a16="http://schemas.microsoft.com/office/drawing/2014/main" id="{48CD5C80-7F8B-1D8D-395F-836FB628D55D}"/>
                  </a:ext>
                </a:extLst>
              </p:cNvPr>
              <p:cNvSpPr/>
              <p:nvPr/>
            </p:nvSpPr>
            <p:spPr>
              <a:xfrm>
                <a:off x="7154467" y="16229798"/>
                <a:ext cx="191210" cy="191210"/>
              </a:xfrm>
              <a:prstGeom prst="ellipse">
                <a:avLst/>
              </a:prstGeom>
              <a:solidFill>
                <a:srgbClr val="FFFFFF"/>
              </a:solidFill>
              <a:ln>
                <a:noFill/>
              </a:ln>
            </p:spPr>
            <p:txBody>
              <a:bodyPr rtlCol="0" anchor="ctr"/>
              <a:lstStyle/>
              <a:p>
                <a:pPr algn="ctr"/>
                <a:endParaRPr/>
              </a:p>
            </p:txBody>
          </p:sp>
          <p:sp>
            <p:nvSpPr>
              <p:cNvPr id="2208" name="Oval 2207">
                <a:extLst>
                  <a:ext uri="{FF2B5EF4-FFF2-40B4-BE49-F238E27FC236}">
                    <a16:creationId xmlns:a16="http://schemas.microsoft.com/office/drawing/2014/main" id="{7EF17E03-475F-F4EE-FE54-3D1881FD7BF0}"/>
                  </a:ext>
                </a:extLst>
              </p:cNvPr>
              <p:cNvSpPr/>
              <p:nvPr/>
            </p:nvSpPr>
            <p:spPr>
              <a:xfrm>
                <a:off x="7154467" y="16495368"/>
                <a:ext cx="191210" cy="191210"/>
              </a:xfrm>
              <a:prstGeom prst="ellipse">
                <a:avLst/>
              </a:prstGeom>
              <a:solidFill>
                <a:srgbClr val="FFFFFF"/>
              </a:solidFill>
              <a:ln>
                <a:noFill/>
              </a:ln>
            </p:spPr>
            <p:txBody>
              <a:bodyPr rtlCol="0" anchor="ctr"/>
              <a:lstStyle/>
              <a:p>
                <a:pPr algn="ctr"/>
                <a:endParaRPr/>
              </a:p>
            </p:txBody>
          </p:sp>
          <p:sp>
            <p:nvSpPr>
              <p:cNvPr id="2209" name="Oval 2208">
                <a:extLst>
                  <a:ext uri="{FF2B5EF4-FFF2-40B4-BE49-F238E27FC236}">
                    <a16:creationId xmlns:a16="http://schemas.microsoft.com/office/drawing/2014/main" id="{0784D0B8-5AFA-22E6-6FD0-7DB0CA9E210D}"/>
                  </a:ext>
                </a:extLst>
              </p:cNvPr>
              <p:cNvSpPr/>
              <p:nvPr/>
            </p:nvSpPr>
            <p:spPr>
              <a:xfrm>
                <a:off x="7154467" y="16760939"/>
                <a:ext cx="191210" cy="191210"/>
              </a:xfrm>
              <a:prstGeom prst="ellipse">
                <a:avLst/>
              </a:prstGeom>
              <a:solidFill>
                <a:srgbClr val="FFFFFF"/>
              </a:solidFill>
              <a:ln>
                <a:noFill/>
              </a:ln>
            </p:spPr>
            <p:txBody>
              <a:bodyPr rtlCol="0" anchor="ctr"/>
              <a:lstStyle/>
              <a:p>
                <a:pPr algn="ctr"/>
                <a:endParaRPr/>
              </a:p>
            </p:txBody>
          </p:sp>
          <p:sp>
            <p:nvSpPr>
              <p:cNvPr id="2210" name="Oval 2209">
                <a:extLst>
                  <a:ext uri="{FF2B5EF4-FFF2-40B4-BE49-F238E27FC236}">
                    <a16:creationId xmlns:a16="http://schemas.microsoft.com/office/drawing/2014/main" id="{9824B481-A61B-1938-E1C2-426AEC52D2A6}"/>
                  </a:ext>
                </a:extLst>
              </p:cNvPr>
              <p:cNvSpPr/>
              <p:nvPr/>
            </p:nvSpPr>
            <p:spPr>
              <a:xfrm>
                <a:off x="7154467" y="17026509"/>
                <a:ext cx="191210" cy="191210"/>
              </a:xfrm>
              <a:prstGeom prst="ellipse">
                <a:avLst/>
              </a:prstGeom>
              <a:solidFill>
                <a:srgbClr val="FFFFFF"/>
              </a:solidFill>
              <a:ln>
                <a:noFill/>
              </a:ln>
            </p:spPr>
            <p:txBody>
              <a:bodyPr rtlCol="0" anchor="ctr"/>
              <a:lstStyle/>
              <a:p>
                <a:pPr algn="ctr"/>
                <a:endParaRPr/>
              </a:p>
            </p:txBody>
          </p:sp>
          <p:sp>
            <p:nvSpPr>
              <p:cNvPr id="2211" name="Oval 2210">
                <a:extLst>
                  <a:ext uri="{FF2B5EF4-FFF2-40B4-BE49-F238E27FC236}">
                    <a16:creationId xmlns:a16="http://schemas.microsoft.com/office/drawing/2014/main" id="{701AF8FA-5834-AD01-19EC-4597D0D0ED01}"/>
                  </a:ext>
                </a:extLst>
              </p:cNvPr>
              <p:cNvSpPr/>
              <p:nvPr/>
            </p:nvSpPr>
            <p:spPr>
              <a:xfrm>
                <a:off x="7154467" y="17292079"/>
                <a:ext cx="191210" cy="191210"/>
              </a:xfrm>
              <a:prstGeom prst="ellipse">
                <a:avLst/>
              </a:prstGeom>
              <a:solidFill>
                <a:srgbClr val="FFFFFF"/>
              </a:solidFill>
              <a:ln>
                <a:noFill/>
              </a:ln>
            </p:spPr>
            <p:txBody>
              <a:bodyPr rtlCol="0" anchor="ctr"/>
              <a:lstStyle/>
              <a:p>
                <a:pPr algn="ctr"/>
                <a:endParaRPr/>
              </a:p>
            </p:txBody>
          </p:sp>
          <p:sp>
            <p:nvSpPr>
              <p:cNvPr id="2212" name="Oval 2211">
                <a:extLst>
                  <a:ext uri="{FF2B5EF4-FFF2-40B4-BE49-F238E27FC236}">
                    <a16:creationId xmlns:a16="http://schemas.microsoft.com/office/drawing/2014/main" id="{22FB4DF8-4759-2FB2-07A6-50C2D9878862}"/>
                  </a:ext>
                </a:extLst>
              </p:cNvPr>
              <p:cNvSpPr/>
              <p:nvPr/>
            </p:nvSpPr>
            <p:spPr>
              <a:xfrm>
                <a:off x="7420038" y="16229798"/>
                <a:ext cx="191210" cy="191210"/>
              </a:xfrm>
              <a:prstGeom prst="ellipse">
                <a:avLst/>
              </a:prstGeom>
              <a:solidFill>
                <a:srgbClr val="FFFFFF"/>
              </a:solidFill>
              <a:ln>
                <a:noFill/>
              </a:ln>
            </p:spPr>
            <p:txBody>
              <a:bodyPr rtlCol="0" anchor="ctr"/>
              <a:lstStyle/>
              <a:p>
                <a:pPr algn="ctr"/>
                <a:endParaRPr/>
              </a:p>
            </p:txBody>
          </p:sp>
          <p:sp>
            <p:nvSpPr>
              <p:cNvPr id="2213" name="Oval 2212">
                <a:extLst>
                  <a:ext uri="{FF2B5EF4-FFF2-40B4-BE49-F238E27FC236}">
                    <a16:creationId xmlns:a16="http://schemas.microsoft.com/office/drawing/2014/main" id="{6BF980EA-B975-042B-5B1D-DD31C2AF79C9}"/>
                  </a:ext>
                </a:extLst>
              </p:cNvPr>
              <p:cNvSpPr/>
              <p:nvPr/>
            </p:nvSpPr>
            <p:spPr>
              <a:xfrm>
                <a:off x="7420038" y="16495368"/>
                <a:ext cx="191210" cy="191210"/>
              </a:xfrm>
              <a:prstGeom prst="ellipse">
                <a:avLst/>
              </a:prstGeom>
              <a:solidFill>
                <a:srgbClr val="FFFFFF"/>
              </a:solidFill>
              <a:ln>
                <a:noFill/>
              </a:ln>
            </p:spPr>
            <p:txBody>
              <a:bodyPr rtlCol="0" anchor="ctr"/>
              <a:lstStyle/>
              <a:p>
                <a:pPr algn="ctr"/>
                <a:endParaRPr/>
              </a:p>
            </p:txBody>
          </p:sp>
          <p:sp>
            <p:nvSpPr>
              <p:cNvPr id="2214" name="Oval 2213">
                <a:extLst>
                  <a:ext uri="{FF2B5EF4-FFF2-40B4-BE49-F238E27FC236}">
                    <a16:creationId xmlns:a16="http://schemas.microsoft.com/office/drawing/2014/main" id="{FEC2A35E-3C5C-0F47-562E-053FFE80DAF8}"/>
                  </a:ext>
                </a:extLst>
              </p:cNvPr>
              <p:cNvSpPr/>
              <p:nvPr/>
            </p:nvSpPr>
            <p:spPr>
              <a:xfrm>
                <a:off x="7420038" y="16760939"/>
                <a:ext cx="191210" cy="191210"/>
              </a:xfrm>
              <a:prstGeom prst="ellipse">
                <a:avLst/>
              </a:prstGeom>
              <a:solidFill>
                <a:srgbClr val="FFFFFF"/>
              </a:solidFill>
              <a:ln>
                <a:noFill/>
              </a:ln>
            </p:spPr>
            <p:txBody>
              <a:bodyPr rtlCol="0" anchor="ctr"/>
              <a:lstStyle/>
              <a:p>
                <a:pPr algn="ctr"/>
                <a:endParaRPr/>
              </a:p>
            </p:txBody>
          </p:sp>
          <p:sp>
            <p:nvSpPr>
              <p:cNvPr id="2215" name="Oval 2214">
                <a:extLst>
                  <a:ext uri="{FF2B5EF4-FFF2-40B4-BE49-F238E27FC236}">
                    <a16:creationId xmlns:a16="http://schemas.microsoft.com/office/drawing/2014/main" id="{45CADCCA-8DA2-4CAF-919C-CC7D2940092D}"/>
                  </a:ext>
                </a:extLst>
              </p:cNvPr>
              <p:cNvSpPr/>
              <p:nvPr/>
            </p:nvSpPr>
            <p:spPr>
              <a:xfrm>
                <a:off x="7420038" y="17026509"/>
                <a:ext cx="191210" cy="191210"/>
              </a:xfrm>
              <a:prstGeom prst="ellipse">
                <a:avLst/>
              </a:prstGeom>
              <a:solidFill>
                <a:srgbClr val="FFFFFF"/>
              </a:solidFill>
              <a:ln>
                <a:noFill/>
              </a:ln>
            </p:spPr>
            <p:txBody>
              <a:bodyPr rtlCol="0" anchor="ctr"/>
              <a:lstStyle/>
              <a:p>
                <a:pPr algn="ctr"/>
                <a:endParaRPr/>
              </a:p>
            </p:txBody>
          </p:sp>
        </p:grpSp>
        <p:sp>
          <p:nvSpPr>
            <p:cNvPr id="2134" name="Hero caption">
              <a:extLst>
                <a:ext uri="{FF2B5EF4-FFF2-40B4-BE49-F238E27FC236}">
                  <a16:creationId xmlns:a16="http://schemas.microsoft.com/office/drawing/2014/main" id="{D8B6C12E-D4C7-8C22-11CF-C86F3C9FB819}"/>
                </a:ext>
              </a:extLst>
            </p:cNvPr>
            <p:cNvSpPr txBox="1"/>
            <p:nvPr/>
          </p:nvSpPr>
          <p:spPr>
            <a:xfrm>
              <a:off x="705658" y="17797893"/>
              <a:ext cx="6942770" cy="879705"/>
            </a:xfrm>
            <a:prstGeom prst="rect">
              <a:avLst/>
            </a:prstGeom>
            <a:noFill/>
          </p:spPr>
          <p:txBody>
            <a:bodyPr wrap="square" lIns="0" tIns="0" rIns="0" bIns="0" anchor="t">
              <a:noAutofit/>
            </a:bodyPr>
            <a:lstStyle/>
            <a:p>
              <a:pPr algn="l">
                <a:lnSpc>
                  <a:spcPct val="100000"/>
                </a:lnSpc>
              </a:pPr>
              <a:r>
                <a:rPr sz="2840" b="0" i="0"/>
                <a:t>of users were coded as having a media interest with significant mental health themes (45 of 74)</a:t>
              </a:r>
            </a:p>
          </p:txBody>
        </p:sp>
        <p:sp>
          <p:nvSpPr>
            <p:cNvPr id="2135" name="Bullets">
              <a:extLst>
                <a:ext uri="{FF2B5EF4-FFF2-40B4-BE49-F238E27FC236}">
                  <a16:creationId xmlns:a16="http://schemas.microsoft.com/office/drawing/2014/main" id="{C69A4DAA-1916-EF0B-F8F4-87A2E845144F}"/>
                </a:ext>
              </a:extLst>
            </p:cNvPr>
            <p:cNvSpPr txBox="1"/>
            <p:nvPr/>
          </p:nvSpPr>
          <p:spPr>
            <a:xfrm>
              <a:off x="705658" y="18826031"/>
              <a:ext cx="6942770" cy="2259450"/>
            </a:xfrm>
            <a:prstGeom prst="rect">
              <a:avLst/>
            </a:prstGeom>
            <a:noFill/>
          </p:spPr>
          <p:txBody>
            <a:bodyPr wrap="square" lIns="0" tIns="0" rIns="0" bIns="0" anchor="b">
              <a:noAutofit/>
            </a:bodyPr>
            <a:lstStyle/>
            <a:p>
              <a:pPr marL="386715" indent="-386715">
                <a:lnSpc>
                  <a:spcPct val="110000"/>
                </a:lnSpc>
                <a:buFont typeface="Arial"/>
                <a:buChar char="•"/>
              </a:pPr>
              <a:r>
                <a:rPr lang="en-US" sz="2800" dirty="0"/>
                <a:t>“#</a:t>
              </a:r>
              <a:r>
                <a:rPr lang="en-US" sz="2800" b="0" i="0" dirty="0" err="1"/>
                <a:t>shedtwt</a:t>
              </a:r>
              <a:r>
                <a:rPr lang="en-US" sz="2800" b="0" i="0" dirty="0"/>
                <a:t>” can be used in</a:t>
              </a:r>
              <a:r>
                <a:rPr lang="en-US" sz="2800" dirty="0"/>
                <a:t> a post to look</a:t>
              </a:r>
              <a:r>
                <a:rPr lang="en-US" sz="2800" b="0" i="0" dirty="0"/>
                <a:t> for mutuals</a:t>
              </a:r>
              <a:r>
                <a:rPr lang="en-US" sz="2800" dirty="0"/>
                <a:t>; a user might</a:t>
              </a:r>
              <a:r>
                <a:rPr lang="en-US" sz="2800" b="0" i="0" dirty="0"/>
                <a:t> mention their favorite show alongside mentioning BMI and height.</a:t>
              </a:r>
              <a:endParaRPr lang="en-US" sz="2800" dirty="0"/>
            </a:p>
            <a:p>
              <a:pPr marL="386974" indent="-386974">
                <a:lnSpc>
                  <a:spcPct val="110000"/>
                </a:lnSpc>
                <a:spcAft>
                  <a:spcPts val="0"/>
                </a:spcAft>
                <a:buFont typeface="Arial"/>
                <a:buChar char="•"/>
              </a:pPr>
              <a:endParaRPr sz="2840" b="0" i="0" dirty="0"/>
            </a:p>
          </p:txBody>
        </p:sp>
        <p:sp>
          <p:nvSpPr>
            <p:cNvPr id="2136" name="Quote 7">
              <a:extLst>
                <a:ext uri="{FF2B5EF4-FFF2-40B4-BE49-F238E27FC236}">
                  <a16:creationId xmlns:a16="http://schemas.microsoft.com/office/drawing/2014/main" id="{E2C9E7BC-1814-9A1E-7D23-41D9A49E6E0A}"/>
                </a:ext>
              </a:extLst>
            </p:cNvPr>
            <p:cNvSpPr/>
            <p:nvPr/>
          </p:nvSpPr>
          <p:spPr>
            <a:xfrm>
              <a:off x="9332904" y="16037069"/>
              <a:ext cx="9515009" cy="1481571"/>
            </a:xfrm>
            <a:prstGeom prst="roundRect">
              <a:avLst>
                <a:gd name="adj" fmla="val 29191"/>
              </a:avLst>
            </a:prstGeom>
            <a:solidFill>
              <a:srgbClr val="FFFFFF"/>
            </a:solidFill>
            <a:ln w="31615">
              <a:solidFill>
                <a:srgbClr val="7A5BB5"/>
              </a:solidFill>
            </a:ln>
          </p:spPr>
          <p:txBody>
            <a:bodyPr wrap="square" lIns="364210" tIns="136579" rIns="364210" bIns="136579" rtlCol="0" anchor="ctr">
              <a:noAutofit/>
            </a:bodyPr>
            <a:lstStyle/>
            <a:p>
              <a:pPr algn="l"/>
              <a:r>
                <a:rPr sz="2840" b="1" i="0">
                  <a:solidFill>
                    <a:srgbClr val="7A5BB5"/>
                  </a:solidFill>
                </a:rPr>
                <a:t>User 7:  </a:t>
              </a:r>
              <a:r>
                <a:rPr lang="en-US" sz="2840" i="1">
                  <a:solidFill>
                    <a:srgbClr val="14202E"/>
                  </a:solidFill>
                </a:rPr>
                <a:t>Looking for mutuals</a:t>
              </a:r>
              <a:r>
                <a:rPr sz="2840" b="0" i="1">
                  <a:solidFill>
                    <a:srgbClr val="14202E"/>
                  </a:solidFill>
                </a:rPr>
                <a:t>! Minor, [pronouns]. I </a:t>
              </a:r>
              <a:r>
                <a:rPr lang="en-US" sz="2840" b="0" i="1">
                  <a:solidFill>
                    <a:srgbClr val="14202E"/>
                  </a:solidFill>
                </a:rPr>
                <a:t>like video</a:t>
              </a:r>
              <a:r>
                <a:rPr sz="2840" b="0" i="1">
                  <a:solidFill>
                    <a:srgbClr val="14202E"/>
                  </a:solidFill>
                </a:rPr>
                <a:t> games, anime and K-pop. #shedtwt #edtwt</a:t>
              </a:r>
            </a:p>
          </p:txBody>
        </p:sp>
        <p:sp>
          <p:nvSpPr>
            <p:cNvPr id="2137" name="Avatar 7">
              <a:extLst>
                <a:ext uri="{FF2B5EF4-FFF2-40B4-BE49-F238E27FC236}">
                  <a16:creationId xmlns:a16="http://schemas.microsoft.com/office/drawing/2014/main" id="{8AA9E614-E1CD-CF2B-D37E-253BFE401FBC}"/>
                </a:ext>
              </a:extLst>
            </p:cNvPr>
            <p:cNvSpPr/>
            <p:nvPr/>
          </p:nvSpPr>
          <p:spPr>
            <a:xfrm>
              <a:off x="8308561" y="16390881"/>
              <a:ext cx="773948" cy="773948"/>
            </a:xfrm>
            <a:prstGeom prst="ellipse">
              <a:avLst/>
            </a:prstGeom>
            <a:solidFill>
              <a:srgbClr val="7A5BB5"/>
            </a:solidFill>
            <a:ln w="47423">
              <a:solidFill>
                <a:srgbClr val="FFFFFF"/>
              </a:solidFill>
            </a:ln>
          </p:spPr>
          <p:txBody>
            <a:bodyPr wrap="square" lIns="0" tIns="0" rIns="0" bIns="0" rtlCol="0" anchor="ctr">
              <a:noAutofit/>
            </a:bodyPr>
            <a:lstStyle/>
            <a:p>
              <a:pPr algn="ctr"/>
              <a:r>
                <a:rPr sz="2738" b="1" i="0">
                  <a:solidFill>
                    <a:srgbClr val="FFFFFF"/>
                  </a:solidFill>
                </a:rPr>
                <a:t>7</a:t>
              </a:r>
            </a:p>
          </p:txBody>
        </p:sp>
        <p:sp>
          <p:nvSpPr>
            <p:cNvPr id="2138" name="Quote 8">
              <a:extLst>
                <a:ext uri="{FF2B5EF4-FFF2-40B4-BE49-F238E27FC236}">
                  <a16:creationId xmlns:a16="http://schemas.microsoft.com/office/drawing/2014/main" id="{605143A8-763E-4C85-16A7-2F3E08A9EDCE}"/>
                </a:ext>
              </a:extLst>
            </p:cNvPr>
            <p:cNvSpPr/>
            <p:nvPr/>
          </p:nvSpPr>
          <p:spPr>
            <a:xfrm>
              <a:off x="9332904" y="17700747"/>
              <a:ext cx="9515009" cy="1481571"/>
            </a:xfrm>
            <a:prstGeom prst="roundRect">
              <a:avLst>
                <a:gd name="adj" fmla="val 29191"/>
              </a:avLst>
            </a:prstGeom>
            <a:solidFill>
              <a:srgbClr val="FFFFFF"/>
            </a:solidFill>
            <a:ln w="31615">
              <a:solidFill>
                <a:srgbClr val="7A5BB5"/>
              </a:solidFill>
            </a:ln>
          </p:spPr>
          <p:txBody>
            <a:bodyPr wrap="square" lIns="364210" tIns="136579" rIns="364210" bIns="136579" rtlCol="0" anchor="ctr">
              <a:noAutofit/>
            </a:bodyPr>
            <a:lstStyle/>
            <a:p>
              <a:pPr algn="l"/>
              <a:r>
                <a:rPr sz="2840" b="1" i="0">
                  <a:solidFill>
                    <a:srgbClr val="7A5BB5"/>
                  </a:solidFill>
                </a:rPr>
                <a:t>User 8:  </a:t>
              </a:r>
              <a:r>
                <a:rPr sz="2840" b="0" i="1">
                  <a:solidFill>
                    <a:srgbClr val="14202E"/>
                  </a:solidFill>
                </a:rPr>
                <a:t>I relate to [game character with depression] so much it scares me.</a:t>
              </a:r>
            </a:p>
          </p:txBody>
        </p:sp>
        <p:sp>
          <p:nvSpPr>
            <p:cNvPr id="2139" name="Avatar 8">
              <a:extLst>
                <a:ext uri="{FF2B5EF4-FFF2-40B4-BE49-F238E27FC236}">
                  <a16:creationId xmlns:a16="http://schemas.microsoft.com/office/drawing/2014/main" id="{D597B593-252D-8544-C2ED-FF6660E9B29D}"/>
                </a:ext>
              </a:extLst>
            </p:cNvPr>
            <p:cNvSpPr/>
            <p:nvPr/>
          </p:nvSpPr>
          <p:spPr>
            <a:xfrm>
              <a:off x="8308561" y="18054559"/>
              <a:ext cx="773948" cy="773948"/>
            </a:xfrm>
            <a:prstGeom prst="ellipse">
              <a:avLst/>
            </a:prstGeom>
            <a:solidFill>
              <a:srgbClr val="7A5BB5"/>
            </a:solidFill>
            <a:ln w="47423">
              <a:solidFill>
                <a:srgbClr val="FFFFFF"/>
              </a:solidFill>
            </a:ln>
          </p:spPr>
          <p:txBody>
            <a:bodyPr wrap="square" lIns="0" tIns="0" rIns="0" bIns="0" rtlCol="0" anchor="ctr">
              <a:noAutofit/>
            </a:bodyPr>
            <a:lstStyle/>
            <a:p>
              <a:pPr algn="ctr"/>
              <a:r>
                <a:rPr sz="2738" b="1" i="0">
                  <a:solidFill>
                    <a:srgbClr val="FFFFFF"/>
                  </a:solidFill>
                </a:rPr>
                <a:t>8</a:t>
              </a:r>
            </a:p>
          </p:txBody>
        </p:sp>
        <p:sp>
          <p:nvSpPr>
            <p:cNvPr id="2140" name="Quote 9">
              <a:extLst>
                <a:ext uri="{FF2B5EF4-FFF2-40B4-BE49-F238E27FC236}">
                  <a16:creationId xmlns:a16="http://schemas.microsoft.com/office/drawing/2014/main" id="{1EEE5A90-DB20-64B3-6702-1EE439F8A819}"/>
                </a:ext>
              </a:extLst>
            </p:cNvPr>
            <p:cNvSpPr/>
            <p:nvPr/>
          </p:nvSpPr>
          <p:spPr>
            <a:xfrm>
              <a:off x="9332904" y="19364424"/>
              <a:ext cx="9515009" cy="1481571"/>
            </a:xfrm>
            <a:prstGeom prst="roundRect">
              <a:avLst>
                <a:gd name="adj" fmla="val 29191"/>
              </a:avLst>
            </a:prstGeom>
            <a:solidFill>
              <a:srgbClr val="FFFFFF"/>
            </a:solidFill>
            <a:ln w="31615">
              <a:solidFill>
                <a:srgbClr val="7A5BB5"/>
              </a:solidFill>
            </a:ln>
          </p:spPr>
          <p:txBody>
            <a:bodyPr wrap="square" lIns="364210" tIns="136579" rIns="364210" bIns="136579" rtlCol="0" anchor="ctr">
              <a:noAutofit/>
            </a:bodyPr>
            <a:lstStyle/>
            <a:p>
              <a:pPr algn="l"/>
              <a:r>
                <a:rPr sz="2840" b="1" i="0">
                  <a:solidFill>
                    <a:srgbClr val="7A5BB5"/>
                  </a:solidFill>
                </a:rPr>
                <a:t>User 9:  </a:t>
              </a:r>
              <a:r>
                <a:rPr sz="2840" b="0" i="1">
                  <a:solidFill>
                    <a:srgbClr val="14202E"/>
                  </a:solidFill>
                </a:rPr>
                <a:t>Happy anniversary to my favorite [</a:t>
              </a:r>
              <a:r>
                <a:rPr lang="en-US" sz="2840" i="1">
                  <a:solidFill>
                    <a:srgbClr val="14202E"/>
                  </a:solidFill>
                </a:rPr>
                <a:t>TV show with mental health </a:t>
              </a:r>
              <a:r>
                <a:rPr sz="2840" b="0" i="1">
                  <a:solidFill>
                    <a:srgbClr val="14202E"/>
                  </a:solidFill>
                </a:rPr>
                <a:t>themes]! Shedtwt, if you love it too, follow me.</a:t>
              </a:r>
            </a:p>
          </p:txBody>
        </p:sp>
        <p:sp>
          <p:nvSpPr>
            <p:cNvPr id="2141" name="Avatar 9">
              <a:extLst>
                <a:ext uri="{FF2B5EF4-FFF2-40B4-BE49-F238E27FC236}">
                  <a16:creationId xmlns:a16="http://schemas.microsoft.com/office/drawing/2014/main" id="{9A49BBA3-CEDD-4D5C-1ED4-B70915B293CD}"/>
                </a:ext>
              </a:extLst>
            </p:cNvPr>
            <p:cNvSpPr/>
            <p:nvPr/>
          </p:nvSpPr>
          <p:spPr>
            <a:xfrm>
              <a:off x="8308561" y="19718236"/>
              <a:ext cx="773948" cy="773948"/>
            </a:xfrm>
            <a:prstGeom prst="ellipse">
              <a:avLst/>
            </a:prstGeom>
            <a:solidFill>
              <a:srgbClr val="7A5BB5"/>
            </a:solidFill>
            <a:ln w="47423">
              <a:solidFill>
                <a:srgbClr val="FFFFFF"/>
              </a:solidFill>
            </a:ln>
          </p:spPr>
          <p:txBody>
            <a:bodyPr wrap="square" lIns="0" tIns="0" rIns="0" bIns="0" rtlCol="0" anchor="ctr">
              <a:noAutofit/>
            </a:bodyPr>
            <a:lstStyle/>
            <a:p>
              <a:pPr algn="ctr"/>
              <a:r>
                <a:rPr sz="2738" b="1" i="0">
                  <a:solidFill>
                    <a:srgbClr val="FFFFFF"/>
                  </a:solidFill>
                </a:rPr>
                <a:t>9</a:t>
              </a:r>
            </a:p>
          </p:txBody>
        </p:sp>
      </p:grpSp>
      <p:pic>
        <p:nvPicPr>
          <p:cNvPr id="3" name="Picture 2" descr="The image shows a QR code with a black background.&#10;&#10;AI-generated content may be incorrect.">
            <a:extLst>
              <a:ext uri="{FF2B5EF4-FFF2-40B4-BE49-F238E27FC236}">
                <a16:creationId xmlns:a16="http://schemas.microsoft.com/office/drawing/2014/main" id="{0DA1B943-6CEF-325C-AE33-6C53EA700CFB}"/>
              </a:ext>
            </a:extLst>
          </p:cNvPr>
          <p:cNvPicPr>
            <a:picLocks noChangeAspect="1"/>
          </p:cNvPicPr>
          <p:nvPr/>
        </p:nvPicPr>
        <p:blipFill>
          <a:blip r:embed="rId6"/>
          <a:srcRect l="7541" t="8083" r="6397" b="9580"/>
          <a:stretch>
            <a:fillRect/>
          </a:stretch>
        </p:blipFill>
        <p:spPr>
          <a:xfrm>
            <a:off x="33957087" y="266658"/>
            <a:ext cx="2300941" cy="2201335"/>
          </a:xfrm>
          <a:prstGeom prst="rect">
            <a:avLst/>
          </a:prstGeom>
        </p:spPr>
      </p:pic>
    </p:spTree>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1392</Words>
  <Application>Microsoft Office PowerPoint</Application>
  <PresentationFormat>Custom</PresentationFormat>
  <Paragraphs>89</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Archivo</vt:lpstr>
      <vt:lpstr>Arial</vt:lpstr>
      <vt:lpstr>Arial,Sans-Serif</vt:lpstr>
      <vt:lpstr>Calibri</vt:lpstr>
      <vt:lpstr>Calibri Light</vt:lpstr>
      <vt:lpstr>Source Sans 3</vt:lpstr>
      <vt:lpstr>Office 2013 - 2022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Meyers, Margaret Veselinova</cp:lastModifiedBy>
  <cp:revision>1</cp:revision>
  <cp:lastPrinted>2026-07-27T15:28:28Z</cp:lastPrinted>
  <dcterms:created xsi:type="dcterms:W3CDTF">2026-07-15T16:31:14Z</dcterms:created>
  <dcterms:modified xsi:type="dcterms:W3CDTF">2026-10-28T19:11:00Z</dcterms:modified>
</cp:coreProperties>
</file>